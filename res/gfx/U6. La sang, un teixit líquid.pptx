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218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226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269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250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277.xml"/>
  <Override ContentType="application/vnd.openxmlformats-officedocument.presentationml.slideLayout+xml" PartName="/ppt/slideLayouts/slideLayout196.xml"/>
  <Override ContentType="application/vnd.openxmlformats-officedocument.presentationml.slideLayout+xml" PartName="/ppt/slideLayouts/slideLayout234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88.xml"/>
  <Override ContentType="application/vnd.openxmlformats-officedocument.presentationml.slideLayout+xml" PartName="/ppt/slideLayouts/slideLayout242.xml"/>
  <Override ContentType="application/vnd.openxmlformats-officedocument.presentationml.slideLayout+xml" PartName="/ppt/slideLayouts/slideLayout165.xml"/>
  <Override ContentType="application/vnd.openxmlformats-officedocument.presentationml.slideLayout+xml" PartName="/ppt/slideLayouts/slideLayout262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8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257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14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193.xml"/>
  <Override ContentType="application/vnd.openxmlformats-officedocument.presentationml.slideLayout+xml" PartName="/ppt/slideLayouts/slideLayout185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6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238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57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61.xml"/>
  <Override ContentType="application/vnd.openxmlformats-officedocument.presentationml.slideLayout+xml" PartName="/ppt/slideLayouts/slideLayout172.xml"/>
  <Override ContentType="application/vnd.openxmlformats-officedocument.presentationml.slideLayout+xml" PartName="/ppt/slideLayouts/slideLayout266.xml"/>
  <Override ContentType="application/vnd.openxmlformats-officedocument.presentationml.slideLayout+xml" PartName="/ppt/slideLayouts/slideLayout206.xml"/>
  <Override ContentType="application/vnd.openxmlformats-officedocument.presentationml.slideLayout+xml" PartName="/ppt/slideLayouts/slideLayout223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249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68.xml"/>
  <Override ContentType="application/vnd.openxmlformats-officedocument.presentationml.slideLayout+xml" PartName="/ppt/slideLayouts/slideLayout210.xml"/>
  <Override ContentType="application/vnd.openxmlformats-officedocument.presentationml.slideLayout+xml" PartName="/ppt/slideLayouts/slideLayout270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253.xml"/>
  <Override ContentType="application/vnd.openxmlformats-officedocument.presentationml.slideLayout+xml" PartName="/ppt/slideLayouts/slideLayout189.xml"/>
  <Override ContentType="application/vnd.openxmlformats-officedocument.presentationml.slideLayout+xml" PartName="/ppt/slideLayouts/slideLayout278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235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21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217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22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80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6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51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68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95.xml"/>
  <Override ContentType="application/vnd.openxmlformats-officedocument.presentationml.slideLayout+xml" PartName="/ppt/slideLayouts/slideLayout245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202.xml"/>
  <Override ContentType="application/vnd.openxmlformats-officedocument.presentationml.slideLayout+xml" PartName="/ppt/slideLayouts/slideLayout177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231.xml"/>
  <Override ContentType="application/vnd.openxmlformats-officedocument.presentationml.slideLayout+xml" PartName="/ppt/slideLayouts/slideLayout274.xml"/>
  <Override ContentType="application/vnd.openxmlformats-officedocument.presentationml.slideLayout+xml" PartName="/ppt/slideLayouts/slideLayout273.xml"/>
  <Override ContentType="application/vnd.openxmlformats-officedocument.presentationml.slideLayout+xml" PartName="/ppt/slideLayouts/slideLayout184.xml"/>
  <Override ContentType="application/vnd.openxmlformats-officedocument.presentationml.slideLayout+xml" PartName="/ppt/slideLayouts/slideLayout230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23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7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256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21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220.xml"/>
  <Override ContentType="application/vnd.openxmlformats-officedocument.presentationml.slideLayout+xml" PartName="/ppt/slideLayouts/slideLayout263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203.xml"/>
  <Override ContentType="application/vnd.openxmlformats-officedocument.presentationml.slideLayout+xml" PartName="/ppt/slideLayouts/slideLayout246.xml"/>
  <Override ContentType="application/vnd.openxmlformats-officedocument.presentationml.slideLayout+xml" PartName="/ppt/slideLayouts/slideLayout229.xml"/>
  <Override ContentType="application/vnd.openxmlformats-officedocument.presentationml.slideLayout+xml" PartName="/ppt/slideLayouts/slideLayout190.xml"/>
  <Override ContentType="application/vnd.openxmlformats-officedocument.presentationml.slideLayout+xml" PartName="/ppt/slideLayouts/slideLayout224.xml"/>
  <Override ContentType="application/vnd.openxmlformats-officedocument.presentationml.slideLayout+xml" PartName="/ppt/slideLayouts/slideLayout267.xml"/>
  <Override ContentType="application/vnd.openxmlformats-officedocument.presentationml.slideLayout+xml" PartName="/ppt/slideLayouts/slideLayout207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241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156.xml"/>
  <Override ContentType="application/vnd.openxmlformats-officedocument.presentationml.slideLayout+xml" PartName="/ppt/slideLayouts/slideLayout199.xml"/>
  <Override ContentType="application/vnd.openxmlformats-officedocument.presentationml.slideLayout+xml" PartName="/ppt/slideLayouts/slideLayout173.xml"/>
  <Override ContentType="application/vnd.openxmlformats-officedocument.presentationml.slideLayout+xml" PartName="/ppt/slideLayouts/slideLayout171.xml"/>
  <Override ContentType="application/vnd.openxmlformats-officedocument.presentationml.slideLayout+xml" PartName="/ppt/slideLayouts/slideLayout260.xml"/>
  <Override ContentType="application/vnd.openxmlformats-officedocument.presentationml.slideLayout+xml" PartName="/ppt/slideLayouts/slideLayout198.xml"/>
  <Override ContentType="application/vnd.openxmlformats-officedocument.presentationml.slideLayout+xml" PartName="/ppt/slideLayouts/slideLayout252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163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216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59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232.xml"/>
  <Override ContentType="application/vnd.openxmlformats-officedocument.presentationml.slideLayout+xml" PartName="/ppt/slideLayouts/slideLayout275.xml"/>
  <Override ContentType="application/vnd.openxmlformats-officedocument.presentationml.slideLayout+xml" PartName="/ppt/slideLayouts/slideLayout208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78.xml"/>
  <Override ContentType="application/vnd.openxmlformats-officedocument.presentationml.slideLayout+xml" PartName="/ppt/slideLayouts/slideLayout228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194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244.xml"/>
  <Override ContentType="application/vnd.openxmlformats-officedocument.presentationml.slideLayout+xml" PartName="/ppt/slideLayouts/slideLayout201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59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221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204.xml"/>
  <Override ContentType="application/vnd.openxmlformats-officedocument.presentationml.slideLayout+xml" PartName="/ppt/slideLayouts/slideLayout212.xml"/>
  <Override ContentType="application/vnd.openxmlformats-officedocument.presentationml.slideLayout+xml" PartName="/ppt/slideLayouts/slideLayout183.xml"/>
  <Override ContentType="application/vnd.openxmlformats-officedocument.presentationml.slideLayout+xml" PartName="/ppt/slideLayouts/slideLayout166.xml"/>
  <Override ContentType="application/vnd.openxmlformats-officedocument.presentationml.slideLayout+xml" PartName="/ppt/slideLayouts/slideLayout247.xml"/>
  <Override ContentType="application/vnd.openxmlformats-officedocument.presentationml.slideLayout+xml" PartName="/ppt/slideLayouts/slideLayout272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264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255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74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187.xml"/>
  <Override ContentType="application/vnd.openxmlformats-officedocument.presentationml.slideLayout+xml" PartName="/ppt/slideLayouts/slideLayout236.xml"/>
  <Override ContentType="application/vnd.openxmlformats-officedocument.presentationml.slideLayout+xml" PartName="/ppt/slideLayouts/slideLayout191.xml"/>
  <Override ContentType="application/vnd.openxmlformats-officedocument.presentationml.slideLayout+xml" PartName="/ppt/slideLayouts/slideLayout279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24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200.xml"/>
  <Override ContentType="application/vnd.openxmlformats-officedocument.presentationml.slideLayout+xml" PartName="/ppt/slideLayouts/slideLayout243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9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170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233.xml"/>
  <Override ContentType="application/vnd.openxmlformats-officedocument.presentationml.slideLayout+xml" PartName="/ppt/slideLayouts/slideLayout179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82.xml"/>
  <Override ContentType="application/vnd.openxmlformats-officedocument.presentationml.slideLayout+xml" PartName="/ppt/slideLayouts/slideLayout215.xml"/>
  <Override ContentType="application/vnd.openxmlformats-officedocument.presentationml.slideLayout+xml" PartName="/ppt/slideLayouts/slideLayout276.xml"/>
  <Override ContentType="application/vnd.openxmlformats-officedocument.presentationml.slideLayout+xml" PartName="/ppt/slideLayouts/slideLayout258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261.xml"/>
  <Override ContentType="application/vnd.openxmlformats-officedocument.presentationml.slideLayout+xml" PartName="/ppt/slideLayouts/slideLayout16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09.xml"/>
  <Override ContentType="application/vnd.openxmlformats-officedocument.presentationml.slideLayout+xml" PartName="/ppt/slideLayouts/slideLayout227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248.xml"/>
  <Override ContentType="application/vnd.openxmlformats-officedocument.presentationml.slideLayout+xml" PartName="/ppt/slideLayouts/slideLayout205.xml"/>
  <Override ContentType="application/vnd.openxmlformats-officedocument.presentationml.slideLayout+xml" PartName="/ppt/slideLayouts/slideLayout222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265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15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192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175.xml"/>
  <Override ContentType="application/vnd.openxmlformats-officedocument.presentationml.slideLayout+xml" PartName="/ppt/slideLayouts/slideLayout211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237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271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254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69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86.xml"/>
  <Override ContentType="application/vnd.openxmlformats-officedocument.presentationml.slideLayout+xml" PartName="/ppt/slideLayouts/slideLayout160.xml"/>
  <Override ContentType="application/vnd.openxmlformats-officedocument.presentationml.slideMaster+xml" PartName="/ppt/slideMasters/slideMaster8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9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7.xml"/>
  <Override ContentType="application/vnd.openxmlformats-officedocument.presentationml.slideMaster+xml" PartName="/ppt/slideMasters/slideMaster6.xml"/>
  <Override ContentType="application/vnd.openxmlformats-officedocument.presentationml.slideMaster+xml" PartName="/ppt/slideMasters/slideMaster5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7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theme+xml" PartName="/ppt/theme/theme8.xml"/>
  <Override ContentType="application/vnd.openxmlformats-officedocument.theme+xml" PartName="/ppt/theme/theme10.xml"/>
  <Override ContentType="application/vnd.openxmlformats-officedocument.theme+xml" PartName="/ppt/theme/theme9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5"/>
    <p:sldMasterId id="2147483680" r:id="rId6"/>
    <p:sldMasterId id="2147483712" r:id="rId7"/>
    <p:sldMasterId id="2147483744" r:id="rId8"/>
    <p:sldMasterId id="2147483776" r:id="rId9"/>
    <p:sldMasterId id="2147483808" r:id="rId10"/>
    <p:sldMasterId id="2147483840" r:id="rId11"/>
    <p:sldMasterId id="2147483872" r:id="rId12"/>
    <p:sldMasterId id="2147483904" r:id="rId13"/>
  </p:sldMasterIdLst>
  <p:notesMasterIdLst>
    <p:notesMasterId r:id="rId14"/>
  </p:notesMasterIdLst>
  <p:sldIdLst>
    <p:sldId id="256" r:id="rId15"/>
    <p:sldId id="257" r:id="rId16"/>
    <p:sldId id="258" r:id="rId17"/>
    <p:sldId id="259" r:id="rId18"/>
    <p:sldId id="260" r:id="rId19"/>
    <p:sldId id="261" r:id="rId20"/>
    <p:sldId id="262" r:id="rId21"/>
    <p:sldId id="263" r:id="rId22"/>
    <p:sldId id="264" r:id="rId23"/>
    <p:sldId id="265" r:id="rId24"/>
    <p:sldId id="266" r:id="rId25"/>
    <p:sldId id="267" r:id="rId26"/>
    <p:sldId id="268" r:id="rId27"/>
    <p:sldId id="269" r:id="rId28"/>
    <p:sldId id="270" r:id="rId29"/>
    <p:sldId id="271" r:id="rId30"/>
    <p:sldId id="272" r:id="rId31"/>
    <p:sldId id="273" r:id="rId32"/>
    <p:sldId id="274" r:id="rId33"/>
    <p:sldId id="275" r:id="rId34"/>
    <p:sldId id="276" r:id="rId35"/>
    <p:sldId id="277" r:id="rId36"/>
    <p:sldId id="278" r:id="rId37"/>
    <p:sldId id="279" r:id="rId38"/>
    <p:sldId id="280" r:id="rId39"/>
    <p:sldId id="281" r:id="rId40"/>
    <p:sldId id="282" r:id="rId41"/>
    <p:sldId id="283" r:id="rId42"/>
    <p:sldId id="284" r:id="rId43"/>
    <p:sldId id="285" r:id="rId44"/>
    <p:sldId id="286" r:id="rId45"/>
    <p:sldId id="287" r:id="rId46"/>
    <p:sldId id="288" r:id="rId47"/>
    <p:sldId id="289" r:id="rId48"/>
    <p:sldId id="290" r:id="rId49"/>
    <p:sldId id="291" r:id="rId50"/>
    <p:sldId id="292" r:id="rId51"/>
    <p:sldId id="293" r:id="rId52"/>
    <p:sldId id="294" r:id="rId53"/>
    <p:sldId id="295" r:id="rId54"/>
    <p:sldId id="296" r:id="rId55"/>
    <p:sldId id="297" r:id="rId56"/>
    <p:sldId id="298" r:id="rId57"/>
    <p:sldId id="299" r:id="rId58"/>
    <p:sldId id="300" r:id="rId59"/>
    <p:sldId id="301" r:id="rId60"/>
    <p:sldId id="302" r:id="rId61"/>
    <p:sldId id="303" r:id="rId62"/>
    <p:sldId id="304" r:id="rId63"/>
    <p:sldId id="305" r:id="rId64"/>
    <p:sldId id="306" r:id="rId65"/>
  </p:sldIdLst>
  <p:sldSz cy="5143500" cx="9144000"/>
  <p:notesSz cx="6858000" cy="9144000"/>
  <p:embeddedFontLst>
    <p:embeddedFont>
      <p:font typeface="Roboto"/>
      <p:regular r:id="rId66"/>
      <p:bold r:id="rId67"/>
      <p:italic r:id="rId68"/>
      <p:boldItalic r:id="rId69"/>
    </p:embeddedFont>
    <p:embeddedFont>
      <p:font typeface="Karla ExtraBold"/>
      <p:bold r:id="rId70"/>
      <p:boldItalic r:id="rId71"/>
    </p:embeddedFont>
    <p:embeddedFont>
      <p:font typeface="Rubik ExtraBold"/>
      <p:bold r:id="rId72"/>
      <p:boldItalic r:id="rId73"/>
    </p:embeddedFont>
    <p:embeddedFont>
      <p:font typeface="Karla Medium"/>
      <p:regular r:id="rId74"/>
      <p:bold r:id="rId75"/>
      <p:italic r:id="rId76"/>
      <p:boldItalic r:id="rId77"/>
    </p:embeddedFont>
    <p:embeddedFont>
      <p:font typeface="Barlow Medium"/>
      <p:regular r:id="rId78"/>
      <p:bold r:id="rId79"/>
      <p:italic r:id="rId80"/>
      <p:boldItalic r:id="rId81"/>
    </p:embeddedFont>
    <p:embeddedFont>
      <p:font typeface="Rubik Black"/>
      <p:bold r:id="rId82"/>
      <p:boldItalic r:id="rId83"/>
    </p:embeddedFont>
    <p:embeddedFont>
      <p:font typeface="PT Sans"/>
      <p:regular r:id="rId84"/>
      <p:bold r:id="rId85"/>
      <p:italic r:id="rId86"/>
      <p:boldItalic r:id="rId87"/>
    </p:embeddedFont>
    <p:embeddedFont>
      <p:font typeface="Archivo Black"/>
      <p:regular r:id="rId88"/>
    </p:embeddedFont>
    <p:embeddedFont>
      <p:font typeface="Barlow"/>
      <p:regular r:id="rId89"/>
      <p:bold r:id="rId90"/>
      <p:italic r:id="rId91"/>
      <p:boldItalic r:id="rId92"/>
    </p:embeddedFont>
    <p:embeddedFont>
      <p:font typeface="Karla"/>
      <p:regular r:id="rId93"/>
      <p:bold r:id="rId94"/>
      <p:italic r:id="rId95"/>
      <p:boldItalic r:id="rId9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GoogleSlidesCustomDataVersion2">
      <go:slidesCustomData xmlns:go="http://customooxmlschemas.google.com/" r:id="rId97" roundtripDataSignature="AMtx7mgEOAOSGByD/J0ImWRVnP1xBmGjQ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2A12204-29FD-4F3D-9498-B9A169F8890C}">
  <a:tblStyle styleId="{F2A12204-29FD-4F3D-9498-B9A169F8890C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26.xml"/><Relationship Id="rId42" Type="http://schemas.openxmlformats.org/officeDocument/2006/relationships/slide" Target="slides/slide28.xml"/><Relationship Id="rId41" Type="http://schemas.openxmlformats.org/officeDocument/2006/relationships/slide" Target="slides/slide27.xml"/><Relationship Id="rId44" Type="http://schemas.openxmlformats.org/officeDocument/2006/relationships/slide" Target="slides/slide30.xml"/><Relationship Id="rId43" Type="http://schemas.openxmlformats.org/officeDocument/2006/relationships/slide" Target="slides/slide29.xml"/><Relationship Id="rId46" Type="http://schemas.openxmlformats.org/officeDocument/2006/relationships/slide" Target="slides/slide32.xml"/><Relationship Id="rId45" Type="http://schemas.openxmlformats.org/officeDocument/2006/relationships/slide" Target="slides/slide31.xml"/><Relationship Id="rId48" Type="http://schemas.openxmlformats.org/officeDocument/2006/relationships/slide" Target="slides/slide34.xml"/><Relationship Id="rId47" Type="http://schemas.openxmlformats.org/officeDocument/2006/relationships/slide" Target="slides/slide33.xml"/><Relationship Id="rId49" Type="http://schemas.openxmlformats.org/officeDocument/2006/relationships/slide" Target="slides/slide35.xml"/><Relationship Id="rId31" Type="http://schemas.openxmlformats.org/officeDocument/2006/relationships/slide" Target="slides/slide17.xml"/><Relationship Id="rId30" Type="http://schemas.openxmlformats.org/officeDocument/2006/relationships/slide" Target="slides/slide16.xml"/><Relationship Id="rId33" Type="http://schemas.openxmlformats.org/officeDocument/2006/relationships/slide" Target="slides/slide19.xml"/><Relationship Id="rId32" Type="http://schemas.openxmlformats.org/officeDocument/2006/relationships/slide" Target="slides/slide18.xml"/><Relationship Id="rId35" Type="http://schemas.openxmlformats.org/officeDocument/2006/relationships/slide" Target="slides/slide21.xml"/><Relationship Id="rId34" Type="http://schemas.openxmlformats.org/officeDocument/2006/relationships/slide" Target="slides/slide20.xml"/><Relationship Id="rId37" Type="http://schemas.openxmlformats.org/officeDocument/2006/relationships/slide" Target="slides/slide23.xml"/><Relationship Id="rId36" Type="http://schemas.openxmlformats.org/officeDocument/2006/relationships/slide" Target="slides/slide22.xml"/><Relationship Id="rId39" Type="http://schemas.openxmlformats.org/officeDocument/2006/relationships/slide" Target="slides/slide25.xml"/><Relationship Id="rId38" Type="http://schemas.openxmlformats.org/officeDocument/2006/relationships/slide" Target="slides/slide24.xml"/><Relationship Id="rId20" Type="http://schemas.openxmlformats.org/officeDocument/2006/relationships/slide" Target="slides/slide6.xml"/><Relationship Id="rId22" Type="http://schemas.openxmlformats.org/officeDocument/2006/relationships/slide" Target="slides/slide8.xml"/><Relationship Id="rId21" Type="http://schemas.openxmlformats.org/officeDocument/2006/relationships/slide" Target="slides/slide7.xml"/><Relationship Id="rId24" Type="http://schemas.openxmlformats.org/officeDocument/2006/relationships/slide" Target="slides/slide10.xml"/><Relationship Id="rId23" Type="http://schemas.openxmlformats.org/officeDocument/2006/relationships/slide" Target="slides/slide9.xml"/><Relationship Id="rId26" Type="http://schemas.openxmlformats.org/officeDocument/2006/relationships/slide" Target="slides/slide12.xml"/><Relationship Id="rId25" Type="http://schemas.openxmlformats.org/officeDocument/2006/relationships/slide" Target="slides/slide11.xml"/><Relationship Id="rId28" Type="http://schemas.openxmlformats.org/officeDocument/2006/relationships/slide" Target="slides/slide14.xml"/><Relationship Id="rId27" Type="http://schemas.openxmlformats.org/officeDocument/2006/relationships/slide" Target="slides/slide13.xml"/><Relationship Id="rId29" Type="http://schemas.openxmlformats.org/officeDocument/2006/relationships/slide" Target="slides/slide15.xml"/><Relationship Id="rId95" Type="http://schemas.openxmlformats.org/officeDocument/2006/relationships/font" Target="fonts/Karla-italic.fntdata"/><Relationship Id="rId94" Type="http://schemas.openxmlformats.org/officeDocument/2006/relationships/font" Target="fonts/Karla-bold.fntdata"/><Relationship Id="rId97" Type="http://customschemas.google.com/relationships/presentationmetadata" Target="metadata"/><Relationship Id="rId96" Type="http://schemas.openxmlformats.org/officeDocument/2006/relationships/font" Target="fonts/Karla-boldItalic.fntdata"/><Relationship Id="rId11" Type="http://schemas.openxmlformats.org/officeDocument/2006/relationships/slideMaster" Target="slideMasters/slideMaster7.xml"/><Relationship Id="rId10" Type="http://schemas.openxmlformats.org/officeDocument/2006/relationships/slideMaster" Target="slideMasters/slideMaster6.xml"/><Relationship Id="rId13" Type="http://schemas.openxmlformats.org/officeDocument/2006/relationships/slideMaster" Target="slideMasters/slideMaster9.xml"/><Relationship Id="rId12" Type="http://schemas.openxmlformats.org/officeDocument/2006/relationships/slideMaster" Target="slideMasters/slideMaster8.xml"/><Relationship Id="rId91" Type="http://schemas.openxmlformats.org/officeDocument/2006/relationships/font" Target="fonts/Barlow-italic.fntdata"/><Relationship Id="rId90" Type="http://schemas.openxmlformats.org/officeDocument/2006/relationships/font" Target="fonts/Barlow-bold.fntdata"/><Relationship Id="rId93" Type="http://schemas.openxmlformats.org/officeDocument/2006/relationships/font" Target="fonts/Karla-regular.fntdata"/><Relationship Id="rId92" Type="http://schemas.openxmlformats.org/officeDocument/2006/relationships/font" Target="fonts/Barlow-boldItalic.fntdata"/><Relationship Id="rId15" Type="http://schemas.openxmlformats.org/officeDocument/2006/relationships/slide" Target="slides/slide1.xml"/><Relationship Id="rId14" Type="http://schemas.openxmlformats.org/officeDocument/2006/relationships/notesMaster" Target="notesMasters/notesMaster1.xml"/><Relationship Id="rId17" Type="http://schemas.openxmlformats.org/officeDocument/2006/relationships/slide" Target="slides/slide3.xml"/><Relationship Id="rId16" Type="http://schemas.openxmlformats.org/officeDocument/2006/relationships/slide" Target="slides/slide2.xml"/><Relationship Id="rId19" Type="http://schemas.openxmlformats.org/officeDocument/2006/relationships/slide" Target="slides/slide5.xml"/><Relationship Id="rId18" Type="http://schemas.openxmlformats.org/officeDocument/2006/relationships/slide" Target="slides/slide4.xml"/><Relationship Id="rId84" Type="http://schemas.openxmlformats.org/officeDocument/2006/relationships/font" Target="fonts/PTSans-regular.fntdata"/><Relationship Id="rId83" Type="http://schemas.openxmlformats.org/officeDocument/2006/relationships/font" Target="fonts/RubikBlack-boldItalic.fntdata"/><Relationship Id="rId86" Type="http://schemas.openxmlformats.org/officeDocument/2006/relationships/font" Target="fonts/PTSans-italic.fntdata"/><Relationship Id="rId85" Type="http://schemas.openxmlformats.org/officeDocument/2006/relationships/font" Target="fonts/PTSans-bold.fntdata"/><Relationship Id="rId88" Type="http://schemas.openxmlformats.org/officeDocument/2006/relationships/font" Target="fonts/ArchivoBlack-regular.fntdata"/><Relationship Id="rId87" Type="http://schemas.openxmlformats.org/officeDocument/2006/relationships/font" Target="fonts/PTSans-boldItalic.fntdata"/><Relationship Id="rId89" Type="http://schemas.openxmlformats.org/officeDocument/2006/relationships/font" Target="fonts/Barlow-regular.fntdata"/><Relationship Id="rId80" Type="http://schemas.openxmlformats.org/officeDocument/2006/relationships/font" Target="fonts/BarlowMedium-italic.fntdata"/><Relationship Id="rId82" Type="http://schemas.openxmlformats.org/officeDocument/2006/relationships/font" Target="fonts/RubikBlack-bold.fntdata"/><Relationship Id="rId81" Type="http://schemas.openxmlformats.org/officeDocument/2006/relationships/font" Target="fonts/BarlowMedium-boldItalic.fntdata"/><Relationship Id="rId1" Type="http://schemas.openxmlformats.org/officeDocument/2006/relationships/theme" Target="theme/theme8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Master" Target="slideMasters/slideMaster5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slideMaster" Target="slideMasters/slideMaster3.xml"/><Relationship Id="rId8" Type="http://schemas.openxmlformats.org/officeDocument/2006/relationships/slideMaster" Target="slideMasters/slideMaster4.xml"/><Relationship Id="rId73" Type="http://schemas.openxmlformats.org/officeDocument/2006/relationships/font" Target="fonts/RubikExtraBold-boldItalic.fntdata"/><Relationship Id="rId72" Type="http://schemas.openxmlformats.org/officeDocument/2006/relationships/font" Target="fonts/RubikExtraBold-bold.fntdata"/><Relationship Id="rId75" Type="http://schemas.openxmlformats.org/officeDocument/2006/relationships/font" Target="fonts/KarlaMedium-bold.fntdata"/><Relationship Id="rId74" Type="http://schemas.openxmlformats.org/officeDocument/2006/relationships/font" Target="fonts/KarlaMedium-regular.fntdata"/><Relationship Id="rId77" Type="http://schemas.openxmlformats.org/officeDocument/2006/relationships/font" Target="fonts/KarlaMedium-boldItalic.fntdata"/><Relationship Id="rId76" Type="http://schemas.openxmlformats.org/officeDocument/2006/relationships/font" Target="fonts/KarlaMedium-italic.fntdata"/><Relationship Id="rId79" Type="http://schemas.openxmlformats.org/officeDocument/2006/relationships/font" Target="fonts/BarlowMedium-bold.fntdata"/><Relationship Id="rId78" Type="http://schemas.openxmlformats.org/officeDocument/2006/relationships/font" Target="fonts/BarlowMedium-regular.fntdata"/><Relationship Id="rId71" Type="http://schemas.openxmlformats.org/officeDocument/2006/relationships/font" Target="fonts/KarlaExtraBold-boldItalic.fntdata"/><Relationship Id="rId70" Type="http://schemas.openxmlformats.org/officeDocument/2006/relationships/font" Target="fonts/KarlaExtraBold-bold.fntdata"/><Relationship Id="rId62" Type="http://schemas.openxmlformats.org/officeDocument/2006/relationships/slide" Target="slides/slide48.xml"/><Relationship Id="rId61" Type="http://schemas.openxmlformats.org/officeDocument/2006/relationships/slide" Target="slides/slide47.xml"/><Relationship Id="rId64" Type="http://schemas.openxmlformats.org/officeDocument/2006/relationships/slide" Target="slides/slide50.xml"/><Relationship Id="rId63" Type="http://schemas.openxmlformats.org/officeDocument/2006/relationships/slide" Target="slides/slide49.xml"/><Relationship Id="rId66" Type="http://schemas.openxmlformats.org/officeDocument/2006/relationships/font" Target="fonts/Roboto-regular.fntdata"/><Relationship Id="rId65" Type="http://schemas.openxmlformats.org/officeDocument/2006/relationships/slide" Target="slides/slide51.xml"/><Relationship Id="rId68" Type="http://schemas.openxmlformats.org/officeDocument/2006/relationships/font" Target="fonts/Roboto-italic.fntdata"/><Relationship Id="rId67" Type="http://schemas.openxmlformats.org/officeDocument/2006/relationships/font" Target="fonts/Roboto-bold.fntdata"/><Relationship Id="rId60" Type="http://schemas.openxmlformats.org/officeDocument/2006/relationships/slide" Target="slides/slide46.xml"/><Relationship Id="rId69" Type="http://schemas.openxmlformats.org/officeDocument/2006/relationships/font" Target="fonts/Roboto-boldItalic.fntdata"/><Relationship Id="rId51" Type="http://schemas.openxmlformats.org/officeDocument/2006/relationships/slide" Target="slides/slide37.xml"/><Relationship Id="rId50" Type="http://schemas.openxmlformats.org/officeDocument/2006/relationships/slide" Target="slides/slide36.xml"/><Relationship Id="rId53" Type="http://schemas.openxmlformats.org/officeDocument/2006/relationships/slide" Target="slides/slide39.xml"/><Relationship Id="rId52" Type="http://schemas.openxmlformats.org/officeDocument/2006/relationships/slide" Target="slides/slide38.xml"/><Relationship Id="rId55" Type="http://schemas.openxmlformats.org/officeDocument/2006/relationships/slide" Target="slides/slide41.xml"/><Relationship Id="rId54" Type="http://schemas.openxmlformats.org/officeDocument/2006/relationships/slide" Target="slides/slide40.xml"/><Relationship Id="rId57" Type="http://schemas.openxmlformats.org/officeDocument/2006/relationships/slide" Target="slides/slide43.xml"/><Relationship Id="rId56" Type="http://schemas.openxmlformats.org/officeDocument/2006/relationships/slide" Target="slides/slide42.xml"/><Relationship Id="rId59" Type="http://schemas.openxmlformats.org/officeDocument/2006/relationships/slide" Target="slides/slide45.xml"/><Relationship Id="rId58" Type="http://schemas.openxmlformats.org/officeDocument/2006/relationships/slide" Target="slides/slide4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24" name="Shape 8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5" name="Google Shape;8925;p1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26" name="Google Shape;8926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0" name="Shape 8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1" name="Google Shape;8931;p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32" name="Google Shape;8932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7" name="Shape 8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8" name="Google Shape;8938;p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39" name="Google Shape;8939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45" name="Shape 8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6" name="Google Shape;8946;p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47" name="Google Shape;8947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55" name="Shape 8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6" name="Google Shape;8956;p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57" name="Google Shape;8957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3" name="Shape 8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4" name="Google Shape;8964;p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65" name="Google Shape;8965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71" name="Shape 8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2" name="Google Shape;8972;p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73" name="Google Shape;8973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79" name="Shape 8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0" name="Google Shape;8980;p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81" name="Google Shape;8981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86" name="Shape 8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7" name="Google Shape;8987;p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88" name="Google Shape;8988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93" name="Shape 8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4" name="Google Shape;8994;p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95" name="Google Shape;8995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01" name="Shape 9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2" name="Google Shape;9002;p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03" name="Google Shape;9003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08" name="Shape 9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9" name="Google Shape;9009;p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10" name="Google Shape;9010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14" name="Shape 9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5" name="Google Shape;9015;p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16" name="Google Shape;9016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1" name="Shape 9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2" name="Google Shape;9022;p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23" name="Google Shape;9023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8" name="Shape 9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9" name="Google Shape;9029;p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30" name="Google Shape;9030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34" name="Shape 9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5" name="Google Shape;9035;p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36" name="Google Shape;9036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1" name="Shape 9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2" name="Google Shape;9042;p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43" name="Google Shape;9043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9" name="Shape 9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0" name="Google Shape;9050;p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51" name="Google Shape;9051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59" name="Shape 9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0" name="Google Shape;9060;p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61" name="Google Shape;9061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6" name="Shape 9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7" name="Google Shape;9067;p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68" name="Google Shape;9068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4" name="Shape 9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5" name="Google Shape;9075;g7b162b4b3099c67e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76" name="Google Shape;9076;g7b162b4b3099c67e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80" name="Shape 9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1" name="Google Shape;9081;p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82" name="Google Shape;9082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88" name="Shape 9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9" name="Google Shape;9089;p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90" name="Google Shape;9090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95" name="Shape 9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6" name="Google Shape;9096;p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97" name="Google Shape;9097;p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ca"/>
              <a:t>https://www.youtube.com/watch?v=TLHiQDnnJvI</a:t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01" name="Shape 9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2" name="Google Shape;9102;p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03" name="Google Shape;9103;p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07" name="Shape 9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8" name="Google Shape;9108;p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09" name="Google Shape;9109;p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28" name="Shape 9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9" name="Google Shape;9129;p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30" name="Google Shape;9130;p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37" name="Shape 9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8" name="Google Shape;9138;p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39" name="Google Shape;9139;p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49" name="Shape 9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0" name="Google Shape;9150;p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51" name="Google Shape;9151;p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7" name="Shape 9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8" name="Google Shape;9158;p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59" name="Google Shape;9159;p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65" name="Shape 9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6" name="Google Shape;9166;p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67" name="Google Shape;9167;p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72" name="Shape 9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3" name="Google Shape;9173;g54305c44498d88b9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74" name="Google Shape;9174;g54305c44498d88b9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78" name="Shape 9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9" name="Google Shape;9179;p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80" name="Google Shape;9180;p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84" name="Shape 9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5" name="Google Shape;9185;p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86" name="Google Shape;9186;p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90" name="Shape 9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1" name="Google Shape;9191;g3d20fe6655a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2" name="Google Shape;9192;g3d20fe6655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97" name="Shape 9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8" name="Google Shape;9198;p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99" name="Google Shape;9199;p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04" name="Shape 9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5" name="Google Shape;9205;p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06" name="Google Shape;9206;p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10" name="Shape 9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1" name="Google Shape;9211;p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12" name="Google Shape;9212;p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17" name="Shape 9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Google Shape;9218;p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19" name="Google Shape;9219;p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ca"/>
              <a:t>Noms comercials ibuprofèn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ca"/>
              <a:t>Prendre durant o després àpats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ca"/>
              <a:t>Duplicar dosi?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ca"/>
              <a:t>Recepta</a:t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24" name="Shape 9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5" name="Google Shape;9225;p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26" name="Google Shape;9226;p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34" name="Shape 9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5" name="Google Shape;9235;p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36" name="Google Shape;9236;p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41" name="Shape 9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2" name="Google Shape;9242;p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43" name="Google Shape;9243;p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62" name="Shape 9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3" name="Google Shape;9263;p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64" name="Google Shape;9264;p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69" name="Shape 9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0" name="Google Shape;9270;p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71" name="Google Shape;9271;p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76" name="Shape 9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7" name="Google Shape;9277;p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78" name="Google Shape;9278;p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97" name="Shape 9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8" name="Google Shape;9298;p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99" name="Google Shape;9299;p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04" name="Shape 9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5" name="Google Shape;9305;p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06" name="Google Shape;9306;p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1" name="Shape 9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2" name="Google Shape;9312;p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13" name="Google Shape;9313;p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9" name="Shape 9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0" name="Google Shape;9320;p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21" name="Google Shape;9321;p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6" name="Shape 9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7" name="Google Shape;9327;p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28" name="Google Shape;9328;p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33" name="Shape 9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4" name="Google Shape;9334;p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35" name="Google Shape;9335;p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50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11" name="Google Shape;11;p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2;p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13;p50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14" name="Google Shape;14;p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16;p50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17" name="Google Shape;17;p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Google Shape;19;p50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20" name="Google Shape;20;p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22;p50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23" name="Google Shape;23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28;p50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29" name="Google Shape;29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" name="Google Shape;34;p50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35" name="Google Shape;35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50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41" name="Google Shape;41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" name="Google Shape;46;p50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47" name="Google Shape;47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" name="Google Shape;52;p50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53" name="Google Shape;53;p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58;p50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9" name="Google Shape;59;p50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oogle Shape;61;p51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62" name="Google Shape;62;p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" name="Google Shape;64;p51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65" name="Google Shape;65;p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" name="Google Shape;67;p51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68" name="Google Shape;68;p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" name="Google Shape;73;p51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74" name="Google Shape;74;p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" name="Google Shape;79;p51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80" name="Google Shape;80;p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" name="Google Shape;85;p51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" name="Google Shape;86;p51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52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89" name="Google Shape;89;p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" name="Google Shape;94;p52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95" name="Google Shape;95;p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" name="Google Shape;100;p52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101" name="Google Shape;101;p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" name="Google Shape;106;p52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107" name="Google Shape;107;p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" name="Google Shape;109;p52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110" name="Google Shape;110;p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" name="Google Shape;112;p5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5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15" name="Google Shape;115;p53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116" name="Google Shape;116;p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" name="Google Shape;121;p53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122" name="Google Shape;122;p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" name="Google Shape;127;p53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128" name="Google Shape;128;p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" name="Google Shape;133;p53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134" name="Google Shape;134;p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Google Shape;137;p54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138" name="Google Shape;138;p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" name="Google Shape;143;p54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144" name="Google Shape;144;p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" name="Google Shape;149;p54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150" name="Google Shape;150;p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155;p54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156" name="Google Shape;156;p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" name="Google Shape;158;p54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159" name="Google Shape;159;p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1" name="Google Shape;161;p5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2" name="Google Shape;162;p54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" name="Google Shape;164;p5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165" name="Google Shape;165;p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" name="Google Shape;170;p5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171" name="Google Shape;171;p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" name="Google Shape;176;p5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177" name="Google Shape;177;p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" name="Google Shape;182;p5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183" name="Google Shape;183;p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" name="Google Shape;185;p5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186" name="Google Shape;186;p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" name="Google Shape;188;p5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189" name="Google Shape;189;p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" name="Google Shape;194;p5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" name="Google Shape;197;p73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198" name="Google Shape;198;p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" name="Google Shape;200;p73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201" name="Google Shape;201;p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" name="Google Shape;203;p73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204" name="Google Shape;204;p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" name="Google Shape;206;p73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207" name="Google Shape;207;p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2" name="Google Shape;212;p73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213" name="Google Shape;213;p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" name="Google Shape;218;p73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219" name="Google Shape;219;p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4" name="Google Shape;224;p73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225" name="Google Shape;225;p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" name="Google Shape;230;p73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31" name="Google Shape;231;p73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2" name="Google Shape;232;p73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" name="Google Shape;234;p74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235" name="Google Shape;235;p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0" name="Google Shape;240;p74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241" name="Google Shape;241;p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" name="Google Shape;246;p74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247" name="Google Shape;247;p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" name="Google Shape;252;p74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253" name="Google Shape;253;p7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7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" name="Google Shape;255;p74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256" name="Google Shape;256;p7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7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8" name="Google Shape;258;p74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9" name="Google Shape;259;p74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0" name="Google Shape;260;p74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61" name="Google Shape;261;p74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2" name="Google Shape;262;p74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75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265" name="Google Shape;265;p75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266" name="Google Shape;266;p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" name="Google Shape;271;p75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272" name="Google Shape;272;p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" name="Google Shape;277;p75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278" name="Google Shape;278;p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" name="Google Shape;283;p75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284" name="Google Shape;284;p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" name="Google Shape;286;p75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287" name="Google Shape;287;p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9" name="Google Shape;289;p75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" name="Google Shape;291;p76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292" name="Google Shape;292;p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4" name="Google Shape;294;p76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295" name="Google Shape;295;p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" name="Google Shape;297;p76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298" name="Google Shape;298;p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" name="Google Shape;303;p76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304" name="Google Shape;304;p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9" name="Google Shape;309;p76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310" name="Google Shape;310;p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5" name="Google Shape;315;p76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316" name="Google Shape;316;p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76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oogle Shape;323;p77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324" name="Google Shape;324;p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" name="Google Shape;326;p77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327" name="Google Shape;327;p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9" name="Google Shape;329;p77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330" name="Google Shape;330;p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5" name="Google Shape;335;p77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336" name="Google Shape;336;p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1" name="Google Shape;341;p77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42" name="Google Shape;342;p77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78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" name="Google Shape;345;p78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346" name="Google Shape;346;p78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347" name="Google Shape;347;p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2" name="Google Shape;352;p78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353" name="Google Shape;353;p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8" name="Google Shape;358;p78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359" name="Google Shape;359;p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4" name="Google Shape;364;p78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365" name="Google Shape;365;p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" name="Google Shape;367;p78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368" name="Google Shape;368;p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79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72" name="Google Shape;372;p79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73" name="Google Shape;373;p79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374" name="Google Shape;374;p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" name="Google Shape;379;p79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380" name="Google Shape;380;p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" name="Google Shape;385;p79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386" name="Google Shape;386;p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1" name="Google Shape;391;p79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392" name="Google Shape;392;p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7" name="Google Shape;397;p79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398" name="Google Shape;398;p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" name="Google Shape;400;p79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401" name="Google Shape;401;p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" name="Google Shape;403;p79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404" name="Google Shape;404;p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" name="Google Shape;407;p80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408" name="Google Shape;408;p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0" name="Google Shape;410;p80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411" name="Google Shape;411;p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3" name="Google Shape;413;p80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414" name="Google Shape;414;p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9" name="Google Shape;419;p80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420" name="Google Shape;420;p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" name="Google Shape;425;p80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426" name="Google Shape;426;p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1" name="Google Shape;431;p80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2" name="Google Shape;432;p80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3" name="Google Shape;433;p80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4" name="Google Shape;434;p80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5" name="Google Shape;435;p80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6" name="Google Shape;436;p80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7" name="Google Shape;437;p80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8" name="Google Shape;438;p80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" name="Google Shape;439;p80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40" name="Google Shape;440;p80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1" name="Google Shape;441;p80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42" name="Google Shape;442;p80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3" name="Google Shape;443;p80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44" name="Google Shape;444;p80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" name="Google Shape;445;p80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46" name="Google Shape;446;p80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7" name="Google Shape;447;p80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48" name="Google Shape;448;p80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9" name="Google Shape;449;p80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" name="Google Shape;451;p81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452" name="Google Shape;452;p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7" name="Google Shape;457;p81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458" name="Google Shape;458;p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3" name="Google Shape;463;p81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464" name="Google Shape;464;p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9" name="Google Shape;469;p81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470" name="Google Shape;470;p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5" name="Google Shape;475;p81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476" name="Google Shape;476;p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8" name="Google Shape;478;p81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479" name="Google Shape;479;p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1" name="Google Shape;481;p81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482" name="Google Shape;482;p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4" name="Google Shape;484;p81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85" name="Google Shape;485;p81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7" name="Google Shape;487;p82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488" name="Google Shape;488;p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" name="Google Shape;493;p82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494" name="Google Shape;494;p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9" name="Google Shape;499;p82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500" name="Google Shape;500;p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2" name="Google Shape;502;p82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503" name="Google Shape;503;p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5" name="Google Shape;505;p82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06" name="Google Shape;506;p82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07" name="Google Shape;507;p82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08" name="Google Shape;508;p82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09" name="Google Shape;509;p82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10" name="Google Shape;510;p82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11" name="Google Shape;511;p82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3" name="Google Shape;513;p83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514" name="Google Shape;514;p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9" name="Google Shape;519;p83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520" name="Google Shape;520;p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5" name="Google Shape;525;p83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526" name="Google Shape;526;p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1" name="Google Shape;531;p83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532" name="Google Shape;532;p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4" name="Google Shape;534;p83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535" name="Google Shape;535;p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7" name="Google Shape;537;p83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538" name="Google Shape;538;p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0" name="Google Shape;540;p83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1" name="Google Shape;541;p83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84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544" name="Google Shape;544;p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9" name="Google Shape;549;p84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550" name="Google Shape;550;p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5" name="Google Shape;555;p84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556" name="Google Shape;556;p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1" name="Google Shape;561;p84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562" name="Google Shape;562;p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4" name="Google Shape;564;p84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565" name="Google Shape;565;p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7" name="Google Shape;567;p8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68" name="Google Shape;568;p84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0" name="Google Shape;570;p85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571" name="Google Shape;571;p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6" name="Google Shape;576;p85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577" name="Google Shape;577;p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" name="Google Shape;582;p85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583" name="Google Shape;583;p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8" name="Google Shape;588;p85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589" name="Google Shape;589;p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" name="Google Shape;594;p85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595" name="Google Shape;595;p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7" name="Google Shape;597;p85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598" name="Google Shape;598;p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" name="Google Shape;600;p85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601" name="Google Shape;601;p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3" name="Google Shape;603;p8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04" name="Google Shape;604;p85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6" name="Google Shape;606;p8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607" name="Google Shape;607;p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2" name="Google Shape;612;p8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613" name="Google Shape;613;p8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8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5" name="Google Shape;615;p8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" name="Google Shape;616;p8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7" name="Google Shape;617;p8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8" name="Google Shape;618;p8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9" name="Google Shape;619;p8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620" name="Google Shape;620;p8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621" name="Google Shape;621;p8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8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" name="Google Shape;623;p8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624" name="Google Shape;624;p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0" name="Google Shape;630;p8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631" name="Google Shape;631;p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6" name="Google Shape;636;p8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637" name="Google Shape;637;p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2" name="Google Shape;642;p8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643" name="Google Shape;643;p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8" name="Google Shape;648;p8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649" name="Google Shape;649;p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4" name="Google Shape;654;p8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655" name="Google Shape;655;p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8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658" name="Google Shape;658;p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0" name="Google Shape;660;p8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661" name="Google Shape;661;p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3" name="Google Shape;663;p8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64" name="Google Shape;664;p8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665" name="Google Shape;665;p8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666" name="Google Shape;666;p8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67" name="Google Shape;667;p8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" name="Google Shape;669;p8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670" name="Google Shape;670;p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5" name="Google Shape;675;p8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676" name="Google Shape;676;p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1" name="Google Shape;681;p8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682" name="Google Shape;682;p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7" name="Google Shape;687;p8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688" name="Google Shape;688;p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" name="Google Shape;693;p8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694" name="Google Shape;694;p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6" name="Google Shape;696;p8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697" name="Google Shape;697;p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9" name="Google Shape;699;p8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00" name="Google Shape;700;p8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01" name="Google Shape;701;p8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02" name="Google Shape;702;p8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3" name="Google Shape;703;p8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" name="Google Shape;705;p8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706" name="Google Shape;706;p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1" name="Google Shape;711;p8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712" name="Google Shape;712;p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" name="Google Shape;717;p8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718" name="Google Shape;718;p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3" name="Google Shape;723;p8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724" name="Google Shape;724;p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6" name="Google Shape;726;p8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727" name="Google Shape;727;p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9" name="Google Shape;729;p8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730" name="Google Shape;730;p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2" name="Google Shape;732;p8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33" name="Google Shape;733;p8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34" name="Google Shape;734;p8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6" name="Google Shape;736;p9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737" name="Google Shape;737;p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2" name="Google Shape;742;p9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743" name="Google Shape;743;p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8" name="Google Shape;748;p9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749" name="Google Shape;749;p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4" name="Google Shape;754;p9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755" name="Google Shape;755;p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0" name="Google Shape;760;p9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761" name="Google Shape;761;p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3" name="Google Shape;763;p9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764" name="Google Shape;764;p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6" name="Google Shape;766;p9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67" name="Google Shape;767;p9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68" name="Google Shape;768;p9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69" name="Google Shape;769;p9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0" name="Google Shape;770;p9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1" name="Google Shape;771;p9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2" name="Google Shape;772;p9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4" name="Google Shape;774;p9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775" name="Google Shape;775;p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0" name="Google Shape;780;p9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781" name="Google Shape;781;p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6" name="Google Shape;786;p9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787" name="Google Shape;787;p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2" name="Google Shape;792;p9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793" name="Google Shape;793;p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8" name="Google Shape;798;p9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799" name="Google Shape;799;p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1" name="Google Shape;801;p9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802" name="Google Shape;802;p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4" name="Google Shape;804;p9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05" name="Google Shape;805;p9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6" name="Google Shape;806;p9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7" name="Google Shape;807;p9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" name="Google Shape;808;p9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9" name="Google Shape;809;p9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0" name="Google Shape;810;p9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1" name="Google Shape;811;p9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2" name="Google Shape;812;p9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" name="Google Shape;814;p9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815" name="Google Shape;815;p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" name="Google Shape;820;p9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821" name="Google Shape;821;p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6" name="Google Shape;826;p9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827" name="Google Shape;827;p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" name="Google Shape;832;p9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833" name="Google Shape;833;p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8" name="Google Shape;838;p9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839" name="Google Shape;839;p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1" name="Google Shape;841;p9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842" name="Google Shape;842;p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4" name="Google Shape;844;p9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45" name="Google Shape;845;p9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46" name="Google Shape;846;p9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47" name="Google Shape;847;p9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48" name="Google Shape;848;p9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9" name="Google Shape;849;p9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0" name="Google Shape;850;p9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1" name="Google Shape;851;p9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2" name="Google Shape;852;p9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3" name="Google Shape;853;p9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4" name="Google Shape;854;p9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5" name="Google Shape;855;p9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6" name="Google Shape;856;p9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857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8" name="Google Shape;858;p9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859" name="Google Shape;859;p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1" name="Google Shape;861;p9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62" name="Google Shape;862;p9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3" name="Google Shape;863;p9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864" name="Google Shape;864;p9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865" name="Google Shape;865;p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0" name="Google Shape;870;p9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871" name="Google Shape;871;p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" name="Google Shape;876;p9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877" name="Google Shape;877;p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" name="Google Shape;882;p9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883" name="Google Shape;883;p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" name="Google Shape;888;p9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889" name="Google Shape;889;p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" name="Google Shape;891;p9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892" name="Google Shape;892;p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4" name="Google Shape;894;p9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895" name="Google Shape;895;p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" name="Google Shape;901;p9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902" name="Google Shape;902;p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7" name="Google Shape;907;p9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908" name="Google Shape;908;p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3" name="Google Shape;913;p9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914" name="Google Shape;914;p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9" name="Google Shape;919;p9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920" name="Google Shape;920;p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5" name="Google Shape;925;p9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926" name="Google Shape;926;p9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9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8" name="Google Shape;928;p9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929" name="Google Shape;929;p9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9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93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" name="Google Shape;932;p9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933" name="Google Shape;933;p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8" name="Google Shape;938;p9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939" name="Google Shape;939;p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4" name="Google Shape;944;p9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945" name="Google Shape;945;p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7" name="Google Shape;947;p9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948" name="Google Shape;948;p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3" name="Google Shape;953;p9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954" name="Google Shape;954;p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9" name="Google Shape;959;p9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960" name="Google Shape;960;p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962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3" name="Google Shape;963;p9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964" name="Google Shape;964;p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9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970" name="Google Shape;970;p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5" name="Google Shape;975;p9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976" name="Google Shape;976;p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1" name="Google Shape;981;p9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982" name="Google Shape;982;p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7" name="Google Shape;987;p9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988" name="Google Shape;988;p9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9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0" name="Google Shape;990;p9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991" name="Google Shape;991;p9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9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3" name="Google Shape;993;p9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994" name="Google Shape;994;p9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9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1" name="Google Shape;1001;p57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1002" name="Google Shape;1002;p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" name="Google Shape;1007;p57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1008" name="Google Shape;1008;p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3" name="Google Shape;1013;p57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1014" name="Google Shape;1014;p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9" name="Google Shape;1019;p57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1020" name="Google Shape;1020;p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2" name="Google Shape;1022;p57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1023" name="Google Shape;1023;p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5" name="Google Shape;1025;p57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1026" name="Google Shape;1026;p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1" name="Google Shape;1031;p5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032" name="Shape 1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3" name="Google Shape;1033;p9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1034" name="Google Shape;1034;p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6" name="Google Shape;1036;p9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1037" name="Google Shape;1037;p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9" name="Google Shape;1039;p9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1040" name="Google Shape;1040;p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2" name="Google Shape;1042;p9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1043" name="Google Shape;1043;p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5" name="Google Shape;1045;p9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1046" name="Google Shape;1046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1" name="Google Shape;1051;p9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1052" name="Google Shape;1052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7" name="Google Shape;1057;p9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1058" name="Google Shape;1058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3" name="Google Shape;1063;p9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1064" name="Google Shape;1064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9" name="Google Shape;1069;p9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1070" name="Google Shape;1070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5" name="Google Shape;1075;p9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1076" name="Google Shape;1076;p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81" name="Google Shape;1081;p9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82" name="Google Shape;1082;p9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4" name="Google Shape;1084;p9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1085" name="Google Shape;1085;p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7" name="Google Shape;1087;p9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1088" name="Google Shape;1088;p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0" name="Google Shape;1090;p9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1091" name="Google Shape;1091;p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3" name="Google Shape;1093;p9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1094" name="Google Shape;1094;p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9" name="Google Shape;1099;p9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1100" name="Google Shape;1100;p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5" name="Google Shape;1105;p9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1106" name="Google Shape;1106;p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1" name="Google Shape;1111;p9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1112" name="Google Shape;1112;p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7" name="Google Shape;1117;p9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18" name="Google Shape;1118;p9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19" name="Google Shape;1119;p9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1" name="Google Shape;1121;p99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1122" name="Google Shape;1122;p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4" name="Google Shape;1124;p99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1125" name="Google Shape;1125;p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7" name="Google Shape;1127;p99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1128" name="Google Shape;1128;p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3" name="Google Shape;1133;p99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1134" name="Google Shape;1134;p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9" name="Google Shape;1139;p99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1140" name="Google Shape;1140;p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5" name="Google Shape;1145;p99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46" name="Google Shape;1146;p99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147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8" name="Google Shape;1148;p100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1149" name="Google Shape;1149;p1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1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1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1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1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4" name="Google Shape;1154;p100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1155" name="Google Shape;1155;p1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1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1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1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1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Google Shape;1160;p100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1161" name="Google Shape;1161;p1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1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1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1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1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6" name="Google Shape;1166;p100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1167" name="Google Shape;1167;p1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1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9" name="Google Shape;1169;p100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1170" name="Google Shape;1170;p1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1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2" name="Google Shape;1172;p100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3" name="Google Shape;1173;p100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4" name="Google Shape;1174;p100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175" name="Google Shape;1175;p100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6" name="Google Shape;1176;p100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77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8" name="Google Shape;1178;p101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1179" name="Google Shape;1179;p1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1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1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1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1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4" name="Google Shape;1184;p101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1185" name="Google Shape;1185;p1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1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1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1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1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0" name="Google Shape;1190;p101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1191" name="Google Shape;1191;p1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1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1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6" name="Google Shape;1196;p101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1197" name="Google Shape;1197;p1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9" name="Google Shape;1199;p101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1200" name="Google Shape;1200;p1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02" name="Google Shape;1202;p10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203" name="Shape 1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" name="Google Shape;1204;p102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205" name="Google Shape;1205;p102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1206" name="Google Shape;1206;p1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1" name="Google Shape;1211;p102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1212" name="Google Shape;1212;p1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7" name="Google Shape;1217;p102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1218" name="Google Shape;1218;p1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3" name="Google Shape;1223;p102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1224" name="Google Shape;1224;p1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6" name="Google Shape;1226;p102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1227" name="Google Shape;1227;p1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29" name="Google Shape;1229;p102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230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1" name="Google Shape;1231;p103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1232" name="Google Shape;1232;p1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4" name="Google Shape;1234;p103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1235" name="Google Shape;1235;p1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7" name="Google Shape;1237;p103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1238" name="Google Shape;1238;p1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3" name="Google Shape;1243;p103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1244" name="Google Shape;1244;p1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1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1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1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1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9" name="Google Shape;1249;p103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1250" name="Google Shape;1250;p1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1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1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1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1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5" name="Google Shape;1255;p103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1256" name="Google Shape;1256;p1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1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1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1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1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61" name="Google Shape;1261;p103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62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3" name="Google Shape;1263;p104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1264" name="Google Shape;1264;p10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10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6" name="Google Shape;1266;p104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1267" name="Google Shape;1267;p10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10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9" name="Google Shape;1269;p104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1270" name="Google Shape;1270;p1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1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1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1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1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5" name="Google Shape;1275;p104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1276" name="Google Shape;1276;p1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1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1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1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1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1" name="Google Shape;1281;p104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82" name="Google Shape;1282;p104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283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" name="Google Shape;1284;p105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5" name="Google Shape;1285;p105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1286" name="Google Shape;1286;p105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1287" name="Google Shape;1287;p1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1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1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1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1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2" name="Google Shape;1292;p105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1293" name="Google Shape;1293;p1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1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1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1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1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8" name="Google Shape;1298;p105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1299" name="Google Shape;1299;p1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1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1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1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1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4" name="Google Shape;1304;p105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1305" name="Google Shape;1305;p1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1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7" name="Google Shape;1307;p105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1308" name="Google Shape;1308;p1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1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310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" name="Google Shape;1311;p106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12" name="Google Shape;1312;p106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313" name="Google Shape;1313;p106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1314" name="Google Shape;1314;p1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1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1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1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1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9" name="Google Shape;1319;p106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1320" name="Google Shape;1320;p1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1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1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1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1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" name="Google Shape;1325;p106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1326" name="Google Shape;1326;p1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1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1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1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1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1" name="Google Shape;1331;p106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1332" name="Google Shape;1332;p1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1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1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1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1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7" name="Google Shape;1337;p106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1338" name="Google Shape;1338;p1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1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0" name="Google Shape;1340;p106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1341" name="Google Shape;1341;p1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1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3" name="Google Shape;1343;p106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1344" name="Google Shape;1344;p1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1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346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1347" name="Shape 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8" name="Google Shape;1348;p108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1349" name="Google Shape;1349;p1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1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1" name="Google Shape;1351;p108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1352" name="Google Shape;1352;p1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1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4" name="Google Shape;1354;p108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1355" name="Google Shape;1355;p1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1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1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1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1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0" name="Google Shape;1360;p108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1361" name="Google Shape;1361;p1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1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1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1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1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6" name="Google Shape;1366;p108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1367" name="Google Shape;1367;p1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1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1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1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1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72" name="Google Shape;1372;p108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3" name="Google Shape;1373;p108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4" name="Google Shape;1374;p108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5" name="Google Shape;1375;p108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6" name="Google Shape;1376;p108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7" name="Google Shape;1377;p108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78" name="Google Shape;1378;p108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79" name="Google Shape;1379;p108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80" name="Google Shape;1380;p108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81" name="Google Shape;1381;p108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82" name="Google Shape;1382;p108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83" name="Google Shape;1383;p108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84" name="Google Shape;1384;p108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85" name="Google Shape;1385;p108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86" name="Google Shape;1386;p108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87" name="Google Shape;1387;p108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88" name="Google Shape;1388;p108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389" name="Google Shape;1389;p108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90" name="Google Shape;1390;p108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139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" name="Google Shape;1392;p109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1393" name="Google Shape;1393;p1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1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1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1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1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98" name="Google Shape;1398;p109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1399" name="Google Shape;1399;p1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1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1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1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1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4" name="Google Shape;1404;p109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1405" name="Google Shape;1405;p1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1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1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1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1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0" name="Google Shape;1410;p109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1411" name="Google Shape;1411;p1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1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1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1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1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6" name="Google Shape;1416;p109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1417" name="Google Shape;1417;p1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1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9" name="Google Shape;1419;p109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1420" name="Google Shape;1420;p1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1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2" name="Google Shape;1422;p109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1423" name="Google Shape;1423;p1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1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5" name="Google Shape;1425;p109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426" name="Google Shape;1426;p109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8" name="Google Shape;1428;p110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1429" name="Google Shape;1429;p1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1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1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1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1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4" name="Google Shape;1434;p110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1435" name="Google Shape;1435;p1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1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1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1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1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0" name="Google Shape;1440;p110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1441" name="Google Shape;1441;p1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1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3" name="Google Shape;1443;p110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1444" name="Google Shape;1444;p1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1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46" name="Google Shape;1446;p110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447" name="Google Shape;1447;p110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448" name="Google Shape;1448;p110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449" name="Google Shape;1449;p110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450" name="Google Shape;1450;p110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451" name="Google Shape;1451;p110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452" name="Google Shape;1452;p110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1453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" name="Google Shape;1454;p111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1455" name="Google Shape;1455;p1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1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1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1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1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60" name="Google Shape;1460;p111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1461" name="Google Shape;1461;p1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1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1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66" name="Google Shape;1466;p111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1467" name="Google Shape;1467;p1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2" name="Google Shape;1472;p111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1473" name="Google Shape;1473;p1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5" name="Google Shape;1475;p111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1476" name="Google Shape;1476;p1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8" name="Google Shape;1478;p111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1479" name="Google Shape;1479;p1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81" name="Google Shape;1481;p111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482" name="Google Shape;1482;p111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1483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" name="Google Shape;1484;p112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1485" name="Google Shape;1485;p1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0" name="Google Shape;1490;p112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1491" name="Google Shape;1491;p1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6" name="Google Shape;1496;p112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1497" name="Google Shape;1497;p1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2" name="Google Shape;1502;p112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1503" name="Google Shape;1503;p1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5" name="Google Shape;1505;p112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1506" name="Google Shape;1506;p1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08" name="Google Shape;1508;p11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09" name="Google Shape;1509;p112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1510" name="Shape 1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1" name="Google Shape;1511;p113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1512" name="Google Shape;1512;p1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1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1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1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1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7" name="Google Shape;1517;p113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1518" name="Google Shape;1518;p1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1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3" name="Google Shape;1523;p113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1524" name="Google Shape;1524;p1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9" name="Google Shape;1529;p113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1530" name="Google Shape;1530;p1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5" name="Google Shape;1535;p113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1536" name="Google Shape;1536;p1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8" name="Google Shape;1538;p113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1539" name="Google Shape;1539;p1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41" name="Google Shape;1541;p113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1542" name="Google Shape;1542;p1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4" name="Google Shape;1544;p11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45" name="Google Shape;1545;p113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1546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114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1548" name="Google Shape;1548;p1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3" name="Google Shape;1553;p114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1554" name="Google Shape;1554;p1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9" name="Google Shape;1559;p114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1560" name="Google Shape;1560;p1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5" name="Google Shape;1565;p114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1566" name="Google Shape;1566;p1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8" name="Google Shape;1568;p114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1569" name="Google Shape;1569;p1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1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72" name="Google Shape;1572;p114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1573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" name="Google Shape;1574;p11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575" name="Google Shape;1575;p115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1576" name="Google Shape;1576;p1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1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1" name="Google Shape;1581;p115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1582" name="Google Shape;1582;p1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7" name="Google Shape;1587;p115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1588" name="Google Shape;1588;p1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93" name="Google Shape;1593;p115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1594" name="Google Shape;1594;p1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1596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" name="Google Shape;1597;p11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1598" name="Google Shape;1598;p1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3" name="Google Shape;1603;p11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1604" name="Google Shape;1604;p11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1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06" name="Google Shape;1606;p11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607" name="Google Shape;1607;p11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608" name="Google Shape;1608;p11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09" name="Google Shape;1609;p11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0" name="Google Shape;1610;p11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611" name="Google Shape;1611;p11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1612" name="Google Shape;1612;p11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1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14" name="Google Shape;1614;p11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1615" name="Google Shape;1615;p1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1620" name="Shape 1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1" name="Google Shape;1621;p11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1622" name="Google Shape;1622;p1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7" name="Google Shape;1627;p11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1628" name="Google Shape;1628;p1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1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1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1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1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3" name="Google Shape;1633;p11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1634" name="Google Shape;1634;p1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1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1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1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1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9" name="Google Shape;1639;p11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1640" name="Google Shape;1640;p1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1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1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1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1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5" name="Google Shape;1645;p11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1646" name="Google Shape;1646;p1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8" name="Google Shape;1648;p11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1649" name="Google Shape;1649;p1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1" name="Google Shape;1651;p11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1652" name="Google Shape;1652;p1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4" name="Google Shape;1654;p11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55" name="Google Shape;1655;p11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1656" name="Google Shape;1656;p11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1657" name="Google Shape;1657;p11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58" name="Google Shape;1658;p11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1659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0" name="Google Shape;1660;p11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1661" name="Google Shape;1661;p1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1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1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6" name="Google Shape;1666;p11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1667" name="Google Shape;1667;p1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1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1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1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2" name="Google Shape;1672;p11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1673" name="Google Shape;1673;p1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1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1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1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8" name="Google Shape;1678;p11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1679" name="Google Shape;1679;p1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1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1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1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1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4" name="Google Shape;1684;p11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1685" name="Google Shape;1685;p1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7" name="Google Shape;1687;p11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1688" name="Google Shape;1688;p1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1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0" name="Google Shape;1690;p11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91" name="Google Shape;1691;p11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692" name="Google Shape;1692;p11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693" name="Google Shape;1693;p11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94" name="Google Shape;1694;p11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6" name="Google Shape;1696;p11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1697" name="Google Shape;1697;p1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2" name="Google Shape;1702;p11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1703" name="Google Shape;1703;p1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1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8" name="Google Shape;1708;p11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1709" name="Google Shape;1709;p1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4" name="Google Shape;1714;p11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1715" name="Google Shape;1715;p1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7" name="Google Shape;1717;p11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1718" name="Google Shape;1718;p1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0" name="Google Shape;1720;p11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1721" name="Google Shape;1721;p1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3" name="Google Shape;1723;p11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24" name="Google Shape;1724;p11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25" name="Google Shape;1725;p11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1726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7" name="Google Shape;1727;p12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1728" name="Google Shape;1728;p1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3" name="Google Shape;1733;p12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1734" name="Google Shape;1734;p1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9" name="Google Shape;1739;p12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1740" name="Google Shape;1740;p1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45" name="Google Shape;1745;p12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1746" name="Google Shape;1746;p1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51" name="Google Shape;1751;p12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1752" name="Google Shape;1752;p1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54" name="Google Shape;1754;p12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1755" name="Google Shape;1755;p1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1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57" name="Google Shape;1757;p12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58" name="Google Shape;1758;p12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59" name="Google Shape;1759;p12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60" name="Google Shape;1760;p12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61" name="Google Shape;1761;p12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62" name="Google Shape;1762;p12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63" name="Google Shape;1763;p12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1764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2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1766" name="Google Shape;1766;p1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1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1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1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1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71" name="Google Shape;1771;p12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1772" name="Google Shape;1772;p1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1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1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1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1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77" name="Google Shape;1777;p12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1778" name="Google Shape;1778;p1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1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1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1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1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83" name="Google Shape;1783;p12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1784" name="Google Shape;1784;p1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1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1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1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1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89" name="Google Shape;1789;p12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1790" name="Google Shape;1790;p1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1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2" name="Google Shape;1792;p12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1793" name="Google Shape;1793;p1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1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5" name="Google Shape;1795;p12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96" name="Google Shape;1796;p12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797" name="Google Shape;1797;p12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798" name="Google Shape;1798;p12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99" name="Google Shape;1799;p12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00" name="Google Shape;1800;p12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01" name="Google Shape;1801;p12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02" name="Google Shape;1802;p12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03" name="Google Shape;1803;p12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1804" name="Shape 1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5" name="Google Shape;1805;p12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1806" name="Google Shape;1806;p1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1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1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1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1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1" name="Google Shape;1811;p12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1812" name="Google Shape;1812;p1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1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1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1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1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12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1818" name="Google Shape;1818;p1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1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1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1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1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3" name="Google Shape;1823;p12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1824" name="Google Shape;1824;p1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1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1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1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1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1829;p12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1830" name="Google Shape;1830;p1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1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2" name="Google Shape;1832;p12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1833" name="Google Shape;1833;p1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1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5" name="Google Shape;1835;p12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836" name="Google Shape;1836;p12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7" name="Google Shape;1837;p12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8" name="Google Shape;1838;p12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39" name="Google Shape;1839;p12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40" name="Google Shape;1840;p12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41" name="Google Shape;1841;p12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42" name="Google Shape;1842;p12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43" name="Google Shape;1843;p12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44" name="Google Shape;1844;p12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45" name="Google Shape;1845;p12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46" name="Google Shape;1846;p12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47" name="Google Shape;1847;p12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1848" name="Shape 1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9" name="Google Shape;1849;p12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1850" name="Google Shape;1850;p1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1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2" name="Google Shape;1852;p12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853" name="Google Shape;1853;p12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54" name="Google Shape;1854;p12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1855" name="Google Shape;1855;p12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1856" name="Google Shape;1856;p1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1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1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1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1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61" name="Google Shape;1861;p12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1862" name="Google Shape;1862;p1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1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1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67" name="Google Shape;1867;p12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1868" name="Google Shape;1868;p1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1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3" name="Google Shape;1873;p12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1874" name="Google Shape;1874;p1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1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9" name="Google Shape;1879;p12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1880" name="Google Shape;1880;p1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2" name="Google Shape;1882;p12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1883" name="Google Shape;1883;p1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5" name="Google Shape;1885;p12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1886" name="Google Shape;1886;p1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1891" name="Shape 1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2" name="Google Shape;1892;p12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1893" name="Google Shape;1893;p1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8" name="Google Shape;1898;p12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1899" name="Google Shape;1899;p1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04" name="Google Shape;1904;p12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1905" name="Google Shape;1905;p1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0" name="Google Shape;1910;p12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1911" name="Google Shape;1911;p1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6" name="Google Shape;1916;p12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1917" name="Google Shape;1917;p12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2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9" name="Google Shape;1919;p12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1920" name="Google Shape;1920;p12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2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1922" name="Shape 1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3" name="Google Shape;1923;p12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1924" name="Google Shape;1924;p1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1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1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9" name="Google Shape;1929;p12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1930" name="Google Shape;1930;p1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1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1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1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1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5" name="Google Shape;1935;p12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1936" name="Google Shape;1936;p1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1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8" name="Google Shape;1938;p12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1939" name="Google Shape;1939;p1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1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1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1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1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4" name="Google Shape;1944;p12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1945" name="Google Shape;1945;p1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1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1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1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1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50" name="Google Shape;1950;p12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1951" name="Google Shape;1951;p1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1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1953" name="Shape 1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4" name="Google Shape;1954;p12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1955" name="Google Shape;1955;p1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1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1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1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1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60" name="Google Shape;1960;p12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1961" name="Google Shape;1961;p1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1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1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1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1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66" name="Google Shape;1966;p12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1967" name="Google Shape;1967;p1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1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1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1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1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72" name="Google Shape;1972;p12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1973" name="Google Shape;1973;p1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1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1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1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1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78" name="Google Shape;1978;p12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1979" name="Google Shape;1979;p12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12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1" name="Google Shape;1981;p12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1982" name="Google Shape;1982;p12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12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4" name="Google Shape;1984;p12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1985" name="Google Shape;1985;p12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12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99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2" name="Google Shape;1992;p6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1993" name="Google Shape;1993;p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6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1999" name="Google Shape;1999;p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4" name="Google Shape;2004;p6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2005" name="Google Shape;2005;p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0" name="Google Shape;2010;p6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2011" name="Google Shape;2011;p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3" name="Google Shape;2013;p6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2014" name="Google Shape;2014;p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16" name="Google Shape;2016;p6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2017" name="Shape 2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8" name="Google Shape;2018;p12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2019" name="Google Shape;2019;p1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1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21" name="Google Shape;2021;p12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2022" name="Google Shape;2022;p1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1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24" name="Google Shape;2024;p12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2025" name="Google Shape;2025;p1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1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27" name="Google Shape;2027;p12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2028" name="Google Shape;2028;p1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1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0" name="Google Shape;2030;p12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2031" name="Google Shape;2031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6" name="Google Shape;2036;p12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2037" name="Google Shape;2037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42" name="Google Shape;2042;p12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2043" name="Google Shape;2043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48" name="Google Shape;2048;p12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2049" name="Google Shape;2049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4" name="Google Shape;2054;p12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2055" name="Google Shape;2055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0" name="Google Shape;2060;p12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2061" name="Google Shape;2061;p1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1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1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1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1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66" name="Google Shape;2066;p12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67" name="Google Shape;2067;p12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068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9" name="Google Shape;2069;p12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2070" name="Google Shape;2070;p1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1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72" name="Google Shape;2072;p12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2073" name="Google Shape;2073;p1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1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75" name="Google Shape;2075;p12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2076" name="Google Shape;2076;p1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1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78" name="Google Shape;2078;p12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2079" name="Google Shape;2079;p1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1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1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1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1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4" name="Google Shape;2084;p12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2085" name="Google Shape;2085;p1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1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1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1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1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90" name="Google Shape;2090;p12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2091" name="Google Shape;2091;p1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1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1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1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96" name="Google Shape;2096;p12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2097" name="Google Shape;2097;p1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1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02" name="Google Shape;2102;p12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103" name="Google Shape;2103;p12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04" name="Google Shape;2104;p12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105" name="Shape 2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6" name="Google Shape;2106;p129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2107" name="Google Shape;2107;p1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9" name="Google Shape;2109;p129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2110" name="Google Shape;2110;p1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1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2" name="Google Shape;2112;p129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2113" name="Google Shape;2113;p1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8" name="Google Shape;2118;p129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2119" name="Google Shape;2119;p1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1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1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1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1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24" name="Google Shape;2124;p129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2125" name="Google Shape;2125;p1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1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0" name="Google Shape;2130;p129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31" name="Google Shape;2131;p129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32" name="Shape 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3" name="Google Shape;2133;p130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2134" name="Google Shape;2134;p1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9" name="Google Shape;2139;p130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2140" name="Google Shape;2140;p1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1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1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5" name="Google Shape;2145;p130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2146" name="Google Shape;2146;p1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1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1" name="Google Shape;2151;p130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2152" name="Google Shape;2152;p1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1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4" name="Google Shape;2154;p130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2155" name="Google Shape;2155;p1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57" name="Google Shape;2157;p130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8" name="Google Shape;2158;p130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9" name="Google Shape;2159;p130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160" name="Google Shape;2160;p130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61" name="Google Shape;2161;p130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162" name="Shape 2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3" name="Google Shape;2163;p13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2164" name="Google Shape;2164;p13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2165" name="Google Shape;2165;p1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70" name="Google Shape;2170;p13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2171" name="Google Shape;2171;p1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76" name="Google Shape;2176;p13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2177" name="Google Shape;2177;p1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2" name="Google Shape;2182;p13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2183" name="Google Shape;2183;p1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5" name="Google Shape;2185;p13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2186" name="Google Shape;2186;p1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88" name="Google Shape;2188;p13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189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90" name="Google Shape;2190;p13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2191" name="Google Shape;2191;p1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3" name="Google Shape;2193;p13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2194" name="Google Shape;2194;p1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6" name="Google Shape;2196;p13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2197" name="Google Shape;2197;p1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02" name="Google Shape;2202;p13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2203" name="Google Shape;2203;p1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08" name="Google Shape;2208;p13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2209" name="Google Shape;2209;p1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4" name="Google Shape;2214;p13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2215" name="Google Shape;2215;p1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20" name="Google Shape;2220;p13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221" name="Shape 2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2" name="Google Shape;2222;p13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2223" name="Google Shape;2223;p1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5" name="Google Shape;2225;p13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2226" name="Google Shape;2226;p1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8" name="Google Shape;2228;p13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2229" name="Google Shape;2229;p1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4" name="Google Shape;2234;p13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2235" name="Google Shape;2235;p1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40" name="Google Shape;2240;p13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41" name="Google Shape;2241;p13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242" name="Shape 2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3" name="Google Shape;2243;p13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4" name="Google Shape;2244;p13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2245" name="Google Shape;2245;p13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2246" name="Google Shape;2246;p1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1" name="Google Shape;2251;p13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2252" name="Google Shape;2252;p1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3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2258" name="Google Shape;2258;p1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3" name="Google Shape;2263;p13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2264" name="Google Shape;2264;p13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3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6" name="Google Shape;2266;p13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2267" name="Google Shape;2267;p13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13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269" name="Shape 2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0" name="Google Shape;2270;p13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271" name="Google Shape;2271;p13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272" name="Google Shape;2272;p13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2273" name="Google Shape;2273;p1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78" name="Google Shape;2278;p13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2279" name="Google Shape;2279;p1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3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2285" name="Google Shape;2285;p1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0" name="Google Shape;2290;p13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2291" name="Google Shape;2291;p1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1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6" name="Google Shape;2296;p13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2297" name="Google Shape;2297;p1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3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2300" name="Google Shape;2300;p1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02" name="Google Shape;2302;p13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2303" name="Google Shape;2303;p1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2305" name="Shape 23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2306" name="Shape 2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7" name="Google Shape;2307;p13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2308" name="Google Shape;2308;p13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13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10" name="Google Shape;2310;p13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2311" name="Google Shape;2311;p13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13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13" name="Google Shape;2313;p13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2314" name="Google Shape;2314;p1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1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1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1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1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19" name="Google Shape;2319;p13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2320" name="Google Shape;2320;p1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1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1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1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1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25" name="Google Shape;2325;p13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2326" name="Google Shape;2326;p1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1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1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1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1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31" name="Google Shape;2331;p13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2" name="Google Shape;2332;p13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3" name="Google Shape;2333;p13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4" name="Google Shape;2334;p13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5" name="Google Shape;2335;p13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6" name="Google Shape;2336;p13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337" name="Google Shape;2337;p13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38" name="Google Shape;2338;p13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39" name="Google Shape;2339;p13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40" name="Google Shape;2340;p13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1" name="Google Shape;2341;p13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42" name="Google Shape;2342;p13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3" name="Google Shape;2343;p13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44" name="Google Shape;2344;p13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5" name="Google Shape;2345;p13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46" name="Google Shape;2346;p13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7" name="Google Shape;2347;p13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348" name="Google Shape;2348;p13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9" name="Google Shape;2349;p13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2350" name="Shape 2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1" name="Google Shape;2351;p13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2352" name="Google Shape;2352;p1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1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1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1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1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57" name="Google Shape;2357;p13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2358" name="Google Shape;2358;p1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1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1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1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1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3" name="Google Shape;2363;p13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2364" name="Google Shape;2364;p1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1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1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1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1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9" name="Google Shape;2369;p13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2370" name="Google Shape;2370;p1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1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1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1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1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75" name="Google Shape;2375;p13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2376" name="Google Shape;2376;p13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13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78" name="Google Shape;2378;p13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2379" name="Google Shape;2379;p13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13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1" name="Google Shape;2381;p13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2382" name="Google Shape;2382;p13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13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84" name="Google Shape;2384;p13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385" name="Google Shape;2385;p13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2386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7" name="Google Shape;2387;p13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2388" name="Google Shape;2388;p13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13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13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3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3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93" name="Google Shape;2393;p13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2394" name="Google Shape;2394;p13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3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13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13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13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99" name="Google Shape;2399;p13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2400" name="Google Shape;2400;p13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13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02" name="Google Shape;2402;p13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2403" name="Google Shape;2403;p13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13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5" name="Google Shape;2405;p13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2406" name="Google Shape;2406;p13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407" name="Google Shape;2407;p13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2408" name="Google Shape;2408;p13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409" name="Google Shape;2409;p13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2410" name="Google Shape;2410;p13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411" name="Google Shape;2411;p13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2412" name="Shape 2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3" name="Google Shape;2413;p14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2414" name="Google Shape;2414;p1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1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1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1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1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19" name="Google Shape;2419;p14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2420" name="Google Shape;2420;p1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1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1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1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1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25" name="Google Shape;2425;p14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2426" name="Google Shape;2426;p1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1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1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1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1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1" name="Google Shape;2431;p14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2432" name="Google Shape;2432;p14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14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4" name="Google Shape;2434;p14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2435" name="Google Shape;2435;p14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14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7" name="Google Shape;2437;p14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2438" name="Google Shape;2438;p14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14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40" name="Google Shape;2440;p14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41" name="Google Shape;2441;p14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2442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3" name="Google Shape;2443;p14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2444" name="Google Shape;2444;p1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1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1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1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1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49" name="Google Shape;2449;p14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2450" name="Google Shape;2450;p1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1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1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1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1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55" name="Google Shape;2455;p14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2456" name="Google Shape;2456;p1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1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1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1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1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1" name="Google Shape;2461;p14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2462" name="Google Shape;2462;p14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14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4" name="Google Shape;2464;p14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2465" name="Google Shape;2465;p14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14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67" name="Google Shape;2467;p14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68" name="Google Shape;2468;p14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2469" name="Shape 2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0" name="Google Shape;2470;p14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2471" name="Google Shape;2471;p1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1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1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1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1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6" name="Google Shape;2476;p14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2477" name="Google Shape;2477;p1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1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1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1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1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82" name="Google Shape;2482;p14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2483" name="Google Shape;2483;p1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1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1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1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1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88" name="Google Shape;2488;p14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2489" name="Google Shape;2489;p1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1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1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1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1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94" name="Google Shape;2494;p14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2495" name="Google Shape;2495;p14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14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97" name="Google Shape;2497;p14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2498" name="Google Shape;2498;p14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14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00" name="Google Shape;2500;p14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2501" name="Google Shape;2501;p14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14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03" name="Google Shape;2503;p14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504" name="Google Shape;2504;p14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2505" name="Shape 2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6" name="Google Shape;2506;p14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2507" name="Google Shape;2507;p1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1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1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1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1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12" name="Google Shape;2512;p14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2513" name="Google Shape;2513;p1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1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1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1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1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18" name="Google Shape;2518;p14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2519" name="Google Shape;2519;p1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1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1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4" name="Google Shape;2524;p14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2525" name="Google Shape;2525;p14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14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7" name="Google Shape;2527;p14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2528" name="Google Shape;2528;p14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14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30" name="Google Shape;2530;p14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531" name="Google Shape;2531;p14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2532" name="Shape 2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3" name="Google Shape;2533;p14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2534" name="Google Shape;2534;p14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2535" name="Google Shape;2535;p1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40" name="Google Shape;2540;p14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2541" name="Google Shape;2541;p1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46" name="Google Shape;2546;p14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2547" name="Google Shape;2547;p1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2" name="Google Shape;2552;p14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2553" name="Google Shape;2553;p14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14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2555" name="Shape 2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6" name="Google Shape;2556;p14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2557" name="Google Shape;2557;p1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62" name="Google Shape;2562;p14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2563" name="Google Shape;2563;p1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68" name="Google Shape;2568;p14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2569" name="Google Shape;2569;p1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74" name="Google Shape;2574;p14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2575" name="Google Shape;2575;p14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4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77" name="Google Shape;2577;p14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2578" name="Google Shape;2578;p14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14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80" name="Google Shape;2580;p14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2581" name="Google Shape;2581;p1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1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1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1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1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86" name="Google Shape;2586;p14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2587" name="Shape 2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8" name="Google Shape;2588;p14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2589" name="Google Shape;2589;p1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1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1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1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1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94" name="Google Shape;2594;p14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2595" name="Google Shape;2595;p14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4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97" name="Google Shape;2597;p14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598" name="Google Shape;2598;p14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599" name="Google Shape;2599;p14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00" name="Google Shape;2600;p14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01" name="Google Shape;2601;p14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2602" name="Google Shape;2602;p14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2603" name="Google Shape;2603;p14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4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5" name="Google Shape;2605;p14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2606" name="Google Shape;2606;p1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2611" name="Shape 2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2" name="Google Shape;2612;p14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2613" name="Google Shape;2613;p1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1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1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18" name="Google Shape;2618;p14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2619" name="Google Shape;2619;p1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1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1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1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4" name="Google Shape;2624;p14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2625" name="Google Shape;2625;p1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0" name="Google Shape;2630;p14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2631" name="Google Shape;2631;p1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14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2637" name="Google Shape;2637;p1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9" name="Google Shape;2639;p14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2640" name="Google Shape;2640;p1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2" name="Google Shape;2642;p14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2643" name="Google Shape;2643;p1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5" name="Google Shape;2645;p14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646" name="Google Shape;2646;p14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2647" name="Google Shape;2647;p14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2648" name="Google Shape;2648;p14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649" name="Google Shape;2649;p14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2650" name="Shape 2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1" name="Google Shape;2651;p14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2652" name="Google Shape;2652;p1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1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57" name="Google Shape;2657;p14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2658" name="Google Shape;2658;p1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63" name="Google Shape;2663;p14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2664" name="Google Shape;2664;p1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69" name="Google Shape;2669;p14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2670" name="Google Shape;2670;p1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5" name="Google Shape;2675;p14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2676" name="Google Shape;2676;p14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4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8" name="Google Shape;2678;p14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2679" name="Google Shape;2679;p14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4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1" name="Google Shape;2681;p14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682" name="Google Shape;2682;p14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683" name="Google Shape;2683;p14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684" name="Google Shape;2684;p14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85" name="Google Shape;2685;p14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2686" name="Shape 2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7" name="Google Shape;2687;p14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2688" name="Google Shape;2688;p1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1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1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1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3" name="Google Shape;2693;p14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2694" name="Google Shape;2694;p1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1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1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1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9" name="Google Shape;2699;p14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2700" name="Google Shape;2700;p1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1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5" name="Google Shape;2705;p14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2706" name="Google Shape;2706;p14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14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8" name="Google Shape;2708;p14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2709" name="Google Shape;2709;p14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14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1" name="Google Shape;2711;p14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2712" name="Google Shape;2712;p14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14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14" name="Google Shape;2714;p14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715" name="Google Shape;2715;p14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716" name="Google Shape;2716;p14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2717" name="Shape 2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8" name="Google Shape;2718;p15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2719" name="Google Shape;2719;p1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1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1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1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4" name="Google Shape;2724;p15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2725" name="Google Shape;2725;p1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1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1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1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1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0" name="Google Shape;2730;p15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2731" name="Google Shape;2731;p1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1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1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1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1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6" name="Google Shape;2736;p15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2737" name="Google Shape;2737;p1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1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1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1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1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2" name="Google Shape;2742;p15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2743" name="Google Shape;2743;p1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1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5" name="Google Shape;2745;p15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2746" name="Google Shape;2746;p1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1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8" name="Google Shape;2748;p15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49" name="Google Shape;2749;p15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50" name="Google Shape;2750;p15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51" name="Google Shape;2751;p15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52" name="Google Shape;2752;p15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53" name="Google Shape;2753;p15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54" name="Google Shape;2754;p15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2755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6" name="Google Shape;2756;p15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2757" name="Google Shape;2757;p1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1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1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1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1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2" name="Google Shape;2762;p15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2763" name="Google Shape;2763;p1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1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1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1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1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8" name="Google Shape;2768;p15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2769" name="Google Shape;2769;p1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1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1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1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1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4" name="Google Shape;2774;p15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2775" name="Google Shape;2775;p1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1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1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1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1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0" name="Google Shape;2780;p15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2781" name="Google Shape;2781;p1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1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3" name="Google Shape;2783;p15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2784" name="Google Shape;2784;p1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86" name="Google Shape;2786;p15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787" name="Google Shape;2787;p15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788" name="Google Shape;2788;p15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789" name="Google Shape;2789;p15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90" name="Google Shape;2790;p15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91" name="Google Shape;2791;p15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792" name="Google Shape;2792;p15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793" name="Google Shape;2793;p15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94" name="Google Shape;2794;p15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2795" name="Shape 2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6" name="Google Shape;2796;p15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2797" name="Google Shape;2797;p1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1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02" name="Google Shape;2802;p15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2803" name="Google Shape;2803;p1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1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1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1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1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08" name="Google Shape;2808;p15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2809" name="Google Shape;2809;p1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1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1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1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1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14" name="Google Shape;2814;p15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2815" name="Google Shape;2815;p1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1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1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1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1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0" name="Google Shape;2820;p15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2821" name="Google Shape;2821;p1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1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3" name="Google Shape;2823;p15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2824" name="Google Shape;2824;p1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1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26" name="Google Shape;2826;p15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827" name="Google Shape;2827;p15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28" name="Google Shape;2828;p15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29" name="Google Shape;2829;p15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30" name="Google Shape;2830;p15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31" name="Google Shape;2831;p15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32" name="Google Shape;2832;p15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33" name="Google Shape;2833;p15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34" name="Google Shape;2834;p15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35" name="Google Shape;2835;p15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36" name="Google Shape;2836;p15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37" name="Google Shape;2837;p15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38" name="Google Shape;2838;p15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2839" name="Shape 2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0" name="Google Shape;2840;p15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2841" name="Google Shape;2841;p1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1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43" name="Google Shape;2843;p15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844" name="Google Shape;2844;p15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45" name="Google Shape;2845;p15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2846" name="Google Shape;2846;p15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2847" name="Google Shape;2847;p1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1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1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1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1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52" name="Google Shape;2852;p15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2853" name="Google Shape;2853;p1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1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1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1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1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58" name="Google Shape;2858;p15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2859" name="Google Shape;2859;p1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1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1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1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1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4" name="Google Shape;2864;p15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2865" name="Google Shape;2865;p1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1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1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1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1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0" name="Google Shape;2870;p15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2871" name="Google Shape;2871;p1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1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3" name="Google Shape;2873;p15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2874" name="Google Shape;2874;p1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1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6" name="Google Shape;2876;p15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2877" name="Google Shape;2877;p1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1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1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1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1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2882" name="Shape 2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3" name="Google Shape;2883;p15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2884" name="Google Shape;2884;p1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1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1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1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1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9" name="Google Shape;2889;p15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2890" name="Google Shape;2890;p1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1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1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1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1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5" name="Google Shape;2895;p15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2896" name="Google Shape;2896;p1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1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1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1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1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1" name="Google Shape;2901;p15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2902" name="Google Shape;2902;p1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1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1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1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1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7" name="Google Shape;2907;p15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2908" name="Google Shape;2908;p1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1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0" name="Google Shape;2910;p15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2911" name="Google Shape;2911;p1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1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2913" name="Shape 2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4" name="Google Shape;2914;p15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2915" name="Google Shape;2915;p1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1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1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1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1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0" name="Google Shape;2920;p15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2921" name="Google Shape;2921;p1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1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1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1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1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6" name="Google Shape;2926;p15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2927" name="Google Shape;2927;p1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1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9" name="Google Shape;2929;p15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2930" name="Google Shape;2930;p1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1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1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1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1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35" name="Google Shape;2935;p15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2936" name="Google Shape;2936;p1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1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1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1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1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41" name="Google Shape;2941;p15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2942" name="Google Shape;2942;p1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1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2944" name="Shape 2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5" name="Google Shape;2945;p15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2946" name="Google Shape;2946;p15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15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15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15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15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1" name="Google Shape;2951;p15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2952" name="Google Shape;2952;p15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15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15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15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15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7" name="Google Shape;2957;p15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2958" name="Google Shape;2958;p15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15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15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15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15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63" name="Google Shape;2963;p15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2964" name="Google Shape;2964;p15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15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15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15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15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15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2970" name="Google Shape;2970;p15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15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2" name="Google Shape;2972;p15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2973" name="Google Shape;2973;p15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15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5" name="Google Shape;2975;p15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2976" name="Google Shape;2976;p15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15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982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3" name="Google Shape;2983;p62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2984" name="Google Shape;2984;p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86" name="Google Shape;2986;p62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2987" name="Google Shape;2987;p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89" name="Google Shape;2989;p62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2990" name="Google Shape;2990;p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95" name="Google Shape;2995;p62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2996" name="Google Shape;2996;p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01" name="Google Shape;3001;p62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3002" name="Google Shape;3002;p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07" name="Google Shape;3007;p62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008" name="Google Shape;3008;p62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009" name="Shape 3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0" name="Google Shape;3010;p24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3011" name="Google Shape;3011;p2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2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13" name="Google Shape;3013;p24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3014" name="Google Shape;3014;p2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2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16" name="Google Shape;3016;p24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3017" name="Google Shape;3017;p2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2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19" name="Google Shape;3019;p24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3020" name="Google Shape;3020;p24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24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2" name="Google Shape;3022;p24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3023" name="Google Shape;3023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8" name="Google Shape;3028;p24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3029" name="Google Shape;3029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4" name="Google Shape;3034;p24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3035" name="Google Shape;3035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0" name="Google Shape;3040;p24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3041" name="Google Shape;3041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6" name="Google Shape;3046;p24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3047" name="Google Shape;3047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52" name="Google Shape;3052;p24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3053" name="Google Shape;3053;p24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24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24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24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24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58" name="Google Shape;3058;p24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059" name="Google Shape;3059;p24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060" name="Shape 3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1" name="Google Shape;3061;p24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3062" name="Google Shape;3062;p24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24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4" name="Google Shape;3064;p24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3065" name="Google Shape;3065;p24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24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7" name="Google Shape;3067;p24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3068" name="Google Shape;3068;p24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24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0" name="Google Shape;3070;p24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3071" name="Google Shape;3071;p2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2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2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2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2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6" name="Google Shape;3076;p24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3077" name="Google Shape;3077;p2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2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2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2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2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82" name="Google Shape;3082;p24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3083" name="Google Shape;3083;p2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2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2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2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2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88" name="Google Shape;3088;p24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3089" name="Google Shape;3089;p24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24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24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24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24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94" name="Google Shape;3094;p24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095" name="Google Shape;3095;p24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96" name="Google Shape;3096;p24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097" name="Shape 3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8" name="Google Shape;3098;p249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3099" name="Google Shape;3099;p2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2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2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2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2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04" name="Google Shape;3104;p249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3105" name="Google Shape;3105;p2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2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2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2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2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0" name="Google Shape;3110;p249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3111" name="Google Shape;3111;p24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24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24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24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24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6" name="Google Shape;3116;p249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3117" name="Google Shape;3117;p24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24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9" name="Google Shape;3119;p249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3120" name="Google Shape;3120;p24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24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22" name="Google Shape;3122;p249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23" name="Google Shape;3123;p249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24" name="Google Shape;3124;p249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125" name="Google Shape;3125;p249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26" name="Google Shape;3126;p249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127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28" name="Google Shape;3128;p25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3129" name="Google Shape;3129;p2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2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2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2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2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34" name="Google Shape;3134;p25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3135" name="Google Shape;3135;p2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2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2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2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2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40" name="Google Shape;3140;p25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3141" name="Google Shape;3141;p25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25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25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25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25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46" name="Google Shape;3146;p25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3147" name="Google Shape;3147;p2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2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49" name="Google Shape;3149;p25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3150" name="Google Shape;3150;p25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25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2" name="Google Shape;3152;p25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153" name="Shape 3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4" name="Google Shape;3154;p25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3155" name="Google Shape;3155;p25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3156" name="Google Shape;3156;p2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2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2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2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2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61" name="Google Shape;3161;p25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3162" name="Google Shape;3162;p2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2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2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2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2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67" name="Google Shape;3167;p25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3168" name="Google Shape;3168;p25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25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25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25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25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73" name="Google Shape;3173;p25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3174" name="Google Shape;3174;p2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2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76" name="Google Shape;3176;p25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3177" name="Google Shape;3177;p25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25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79" name="Google Shape;3179;p25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180" name="Shape 3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1" name="Google Shape;3181;p25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3182" name="Google Shape;3182;p2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2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84" name="Google Shape;3184;p25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3185" name="Google Shape;3185;p25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25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87" name="Google Shape;3187;p25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3188" name="Google Shape;3188;p2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2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2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2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2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93" name="Google Shape;3193;p25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3194" name="Google Shape;3194;p2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2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2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2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2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99" name="Google Shape;3199;p25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3200" name="Google Shape;3200;p2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2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2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2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2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5" name="Google Shape;3205;p25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3206" name="Google Shape;3206;p25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25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25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25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25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11" name="Google Shape;3211;p25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12" name="Shape 3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3" name="Google Shape;3213;p25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3214" name="Google Shape;3214;p2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2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16" name="Google Shape;3216;p25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3217" name="Google Shape;3217;p25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25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19" name="Google Shape;3219;p25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3220" name="Google Shape;3220;p2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2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2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2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2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25" name="Google Shape;3225;p25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3226" name="Google Shape;3226;p25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25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25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25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25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31" name="Google Shape;3231;p25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232" name="Google Shape;3232;p25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233" name="Shape 3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4" name="Google Shape;3234;p25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5" name="Google Shape;3235;p25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3236" name="Google Shape;3236;p25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3237" name="Google Shape;3237;p2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2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2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2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2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42" name="Google Shape;3242;p25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3243" name="Google Shape;3243;p2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2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2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2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2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48" name="Google Shape;3248;p25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3249" name="Google Shape;3249;p25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25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25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25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25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4" name="Google Shape;3254;p25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3255" name="Google Shape;3255;p2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2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7" name="Google Shape;3257;p25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3258" name="Google Shape;3258;p25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25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260" name="Shape 3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1" name="Google Shape;3261;p25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262" name="Google Shape;3262;p25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263" name="Google Shape;3263;p25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3264" name="Google Shape;3264;p2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2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2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2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2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9" name="Google Shape;3269;p25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3270" name="Google Shape;3270;p2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2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2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2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2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5" name="Google Shape;3275;p25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3276" name="Google Shape;3276;p2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2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2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2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2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1" name="Google Shape;3281;p25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3282" name="Google Shape;3282;p25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25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25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25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25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25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3288" name="Google Shape;3288;p2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2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90" name="Google Shape;3290;p25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3291" name="Google Shape;3291;p2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2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93" name="Google Shape;3293;p25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3294" name="Google Shape;3294;p25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25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3296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3297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8" name="Google Shape;3298;p25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3299" name="Google Shape;3299;p2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2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01" name="Google Shape;3301;p25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3302" name="Google Shape;3302;p2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2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04" name="Google Shape;3304;p25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3305" name="Google Shape;3305;p2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2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2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2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2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10" name="Google Shape;3310;p25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3311" name="Google Shape;3311;p2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2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2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2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2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16" name="Google Shape;3316;p25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3317" name="Google Shape;3317;p2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2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2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2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2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2" name="Google Shape;3322;p25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3" name="Google Shape;3323;p25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4" name="Google Shape;3324;p25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5" name="Google Shape;3325;p25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6" name="Google Shape;3326;p25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7" name="Google Shape;3327;p25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3328" name="Google Shape;3328;p25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29" name="Google Shape;3329;p25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0" name="Google Shape;3330;p25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31" name="Google Shape;3331;p25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2" name="Google Shape;3332;p25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33" name="Google Shape;3333;p25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4" name="Google Shape;3334;p25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35" name="Google Shape;3335;p25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6" name="Google Shape;3336;p25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37" name="Google Shape;3337;p25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8" name="Google Shape;3338;p25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339" name="Google Shape;3339;p25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0" name="Google Shape;3340;p25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3341" name="Shape 3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2" name="Google Shape;3342;p25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3343" name="Google Shape;3343;p2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2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2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2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2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48" name="Google Shape;3348;p25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3349" name="Google Shape;3349;p2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2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2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2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2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54" name="Google Shape;3354;p25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3355" name="Google Shape;3355;p2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2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2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2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2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0" name="Google Shape;3360;p25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3361" name="Google Shape;3361;p2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2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2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2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2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6" name="Google Shape;3366;p25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3367" name="Google Shape;3367;p2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2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9" name="Google Shape;3369;p25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3370" name="Google Shape;3370;p2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2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72" name="Google Shape;3372;p25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3373" name="Google Shape;3373;p2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2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75" name="Google Shape;3375;p25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376" name="Google Shape;3376;p25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3377" name="Shape 3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8" name="Google Shape;3378;p25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3379" name="Google Shape;3379;p25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25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25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25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25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84" name="Google Shape;3384;p25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3385" name="Google Shape;3385;p25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25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25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25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25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90" name="Google Shape;3390;p25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3391" name="Google Shape;3391;p25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25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93" name="Google Shape;3393;p25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3394" name="Google Shape;3394;p25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25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6" name="Google Shape;3396;p25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3397" name="Google Shape;3397;p25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3398" name="Google Shape;3398;p25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3399" name="Google Shape;3399;p25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3400" name="Google Shape;3400;p25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3401" name="Google Shape;3401;p25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3402" name="Google Shape;3402;p25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3403" name="Shape 3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4" name="Google Shape;3404;p26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3405" name="Google Shape;3405;p2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2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2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2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2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10" name="Google Shape;3410;p26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3411" name="Google Shape;3411;p2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2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2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2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2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16" name="Google Shape;3416;p26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3417" name="Google Shape;3417;p2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2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2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2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2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2" name="Google Shape;3422;p26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3423" name="Google Shape;3423;p2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2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5" name="Google Shape;3425;p26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3426" name="Google Shape;3426;p2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2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8" name="Google Shape;3428;p26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3429" name="Google Shape;3429;p2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2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31" name="Google Shape;3431;p26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432" name="Google Shape;3432;p26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3433" name="Shape 3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4" name="Google Shape;3434;p26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3435" name="Google Shape;3435;p2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2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2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2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2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0" name="Google Shape;3440;p26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3441" name="Google Shape;3441;p2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2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2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2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2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26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3447" name="Google Shape;3447;p2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2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2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2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2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52" name="Google Shape;3452;p26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3453" name="Google Shape;3453;p26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26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55" name="Google Shape;3455;p26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3456" name="Google Shape;3456;p26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26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8" name="Google Shape;3458;p26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459" name="Google Shape;3459;p26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3460" name="Shape 3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1" name="Google Shape;3461;p26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3462" name="Google Shape;3462;p2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2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2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2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2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7" name="Google Shape;3467;p26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3468" name="Google Shape;3468;p2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2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2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2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2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73" name="Google Shape;3473;p26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3474" name="Google Shape;3474;p2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2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2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2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2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79" name="Google Shape;3479;p26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3480" name="Google Shape;3480;p2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2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2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2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2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85" name="Google Shape;3485;p26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3486" name="Google Shape;3486;p2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2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88" name="Google Shape;3488;p26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3489" name="Google Shape;3489;p2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2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91" name="Google Shape;3491;p26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3492" name="Google Shape;3492;p2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2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94" name="Google Shape;3494;p26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495" name="Google Shape;3495;p26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3496" name="Shape 3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7" name="Google Shape;3497;p26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3498" name="Google Shape;3498;p26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26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26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26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26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03" name="Google Shape;3503;p26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3504" name="Google Shape;3504;p26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26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26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26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26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09" name="Google Shape;3509;p26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3510" name="Google Shape;3510;p26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26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26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26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26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15" name="Google Shape;3515;p26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3516" name="Google Shape;3516;p26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26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18" name="Google Shape;3518;p26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3519" name="Google Shape;3519;p26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26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1" name="Google Shape;3521;p26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522" name="Google Shape;3522;p26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3523" name="Shape 3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4" name="Google Shape;3524;p26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525" name="Google Shape;3525;p26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3526" name="Google Shape;3526;p2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2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2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2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2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31" name="Google Shape;3531;p26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3532" name="Google Shape;3532;p2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2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2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2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2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37" name="Google Shape;3537;p26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3538" name="Google Shape;3538;p2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2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2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2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2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3" name="Google Shape;3543;p26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3544" name="Google Shape;3544;p26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26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3546" name="Shape 3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47" name="Google Shape;3547;p26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3548" name="Google Shape;3548;p2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2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2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2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2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3" name="Google Shape;3553;p26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3554" name="Google Shape;3554;p2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2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2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2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2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9" name="Google Shape;3559;p26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3560" name="Google Shape;3560;p2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2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2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2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2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5" name="Google Shape;3565;p26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3566" name="Google Shape;3566;p26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26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8" name="Google Shape;3568;p26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3569" name="Google Shape;3569;p26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26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71" name="Google Shape;3571;p26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3572" name="Google Shape;3572;p2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2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2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2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2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7" name="Google Shape;3577;p26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3578" name="Shape 3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9" name="Google Shape;3579;p26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3580" name="Google Shape;3580;p26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26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26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26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26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85" name="Google Shape;3585;p26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3586" name="Google Shape;3586;p26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26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88" name="Google Shape;3588;p26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589" name="Google Shape;3589;p26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590" name="Google Shape;3590;p26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91" name="Google Shape;3591;p26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92" name="Google Shape;3592;p26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593" name="Google Shape;3593;p26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3594" name="Google Shape;3594;p26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26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6" name="Google Shape;3596;p26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3597" name="Google Shape;3597;p26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26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26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26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26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3602" name="Shape 3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03" name="Google Shape;3603;p26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3604" name="Google Shape;3604;p2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2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2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2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2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09" name="Google Shape;3609;p26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3610" name="Google Shape;3610;p2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2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2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2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2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15" name="Google Shape;3615;p26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3616" name="Google Shape;3616;p2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2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2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2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2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1" name="Google Shape;3621;p26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3622" name="Google Shape;3622;p2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2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2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2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2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7" name="Google Shape;3627;p26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3628" name="Google Shape;3628;p26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26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30" name="Google Shape;3630;p26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3631" name="Google Shape;3631;p26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26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33" name="Google Shape;3633;p26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3634" name="Google Shape;3634;p26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26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36" name="Google Shape;3636;p26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637" name="Google Shape;3637;p26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3638" name="Google Shape;3638;p26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3639" name="Google Shape;3639;p26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640" name="Google Shape;3640;p26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3641" name="Shape 3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42" name="Google Shape;3642;p26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3643" name="Google Shape;3643;p2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2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2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2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2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48" name="Google Shape;3648;p26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3649" name="Google Shape;3649;p2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2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2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2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2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54" name="Google Shape;3654;p26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3655" name="Google Shape;3655;p2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2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2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2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2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0" name="Google Shape;3660;p26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3661" name="Google Shape;3661;p2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2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2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2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2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6" name="Google Shape;3666;p26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3667" name="Google Shape;3667;p2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2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9" name="Google Shape;3669;p26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3670" name="Google Shape;3670;p2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2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72" name="Google Shape;3672;p26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673" name="Google Shape;3673;p26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674" name="Google Shape;3674;p26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675" name="Google Shape;3675;p26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76" name="Google Shape;3676;p26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3677" name="Shape 3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8" name="Google Shape;3678;p26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3679" name="Google Shape;3679;p26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26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26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26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26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84" name="Google Shape;3684;p26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3685" name="Google Shape;3685;p26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26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26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26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26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90" name="Google Shape;3690;p26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3691" name="Google Shape;3691;p26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26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26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26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26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96" name="Google Shape;3696;p26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3697" name="Google Shape;3697;p26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26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99" name="Google Shape;3699;p26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3700" name="Google Shape;3700;p26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26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02" name="Google Shape;3702;p26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3703" name="Google Shape;3703;p26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26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05" name="Google Shape;3705;p26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06" name="Google Shape;3706;p26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07" name="Google Shape;3707;p26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3708" name="Shape 3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9" name="Google Shape;3709;p27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3710" name="Google Shape;3710;p2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2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2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2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2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15" name="Google Shape;3715;p27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3716" name="Google Shape;3716;p2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2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2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2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2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21" name="Google Shape;3721;p27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3722" name="Google Shape;3722;p2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2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2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2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2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27" name="Google Shape;3727;p27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3728" name="Google Shape;3728;p2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2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2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2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2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33" name="Google Shape;3733;p27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3734" name="Google Shape;3734;p2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2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36" name="Google Shape;3736;p27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3737" name="Google Shape;3737;p2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2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39" name="Google Shape;3739;p27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740" name="Google Shape;3740;p27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741" name="Google Shape;3741;p27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742" name="Google Shape;3742;p27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43" name="Google Shape;3743;p27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44" name="Google Shape;3744;p27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45" name="Google Shape;3745;p27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3746" name="Shape 3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7" name="Google Shape;3747;p27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3748" name="Google Shape;3748;p2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2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2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2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2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53" name="Google Shape;3753;p27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3754" name="Google Shape;3754;p2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2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2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2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2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59" name="Google Shape;3759;p27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3760" name="Google Shape;3760;p2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2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2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2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2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65" name="Google Shape;3765;p27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3766" name="Google Shape;3766;p2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2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2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2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2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71" name="Google Shape;3771;p27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3772" name="Google Shape;3772;p27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27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74" name="Google Shape;3774;p27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3775" name="Google Shape;3775;p27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27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77" name="Google Shape;3777;p27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78" name="Google Shape;3778;p27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779" name="Google Shape;3779;p27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780" name="Google Shape;3780;p27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81" name="Google Shape;3781;p27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82" name="Google Shape;3782;p27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783" name="Google Shape;3783;p27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784" name="Google Shape;3784;p27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85" name="Google Shape;3785;p27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3786" name="Shape 3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7" name="Google Shape;3787;p27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3788" name="Google Shape;3788;p2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2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2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2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2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3" name="Google Shape;3793;p27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3794" name="Google Shape;3794;p2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2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2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2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2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9" name="Google Shape;3799;p27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3800" name="Google Shape;3800;p2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2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2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2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2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05" name="Google Shape;3805;p27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3806" name="Google Shape;3806;p2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2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2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2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2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11" name="Google Shape;3811;p27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3812" name="Google Shape;3812;p2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2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14" name="Google Shape;3814;p27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3815" name="Google Shape;3815;p2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2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17" name="Google Shape;3817;p27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18" name="Google Shape;3818;p27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19" name="Google Shape;3819;p27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20" name="Google Shape;3820;p27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21" name="Google Shape;3821;p27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2" name="Google Shape;3822;p27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3" name="Google Shape;3823;p27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4" name="Google Shape;3824;p27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25" name="Google Shape;3825;p27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26" name="Google Shape;3826;p27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27" name="Google Shape;3827;p27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8" name="Google Shape;3828;p27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9" name="Google Shape;3829;p27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3830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1" name="Google Shape;3831;p27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3832" name="Google Shape;3832;p2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2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34" name="Google Shape;3834;p27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35" name="Google Shape;3835;p27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36" name="Google Shape;3836;p27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3837" name="Google Shape;3837;p27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3838" name="Google Shape;3838;p2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2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2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2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2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3" name="Google Shape;3843;p27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3844" name="Google Shape;3844;p2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2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2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2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2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9" name="Google Shape;3849;p27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3850" name="Google Shape;3850;p2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2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2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2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2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27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3856" name="Google Shape;3856;p2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2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2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2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2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61" name="Google Shape;3861;p27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3862" name="Google Shape;3862;p2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2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64" name="Google Shape;3864;p27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3865" name="Google Shape;3865;p2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2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67" name="Google Shape;3867;p27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3868" name="Google Shape;3868;p2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2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2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2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2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3873" name="Shape 3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4" name="Google Shape;3874;p27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3875" name="Google Shape;3875;p2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2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2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2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2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80" name="Google Shape;3880;p27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3881" name="Google Shape;3881;p2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2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2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2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2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86" name="Google Shape;3886;p27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3887" name="Google Shape;3887;p2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2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2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2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2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92" name="Google Shape;3892;p27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3893" name="Google Shape;3893;p2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2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2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2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2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98" name="Google Shape;3898;p27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3899" name="Google Shape;3899;p27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27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01" name="Google Shape;3901;p27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3902" name="Google Shape;3902;p27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27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3904" name="Shape 3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5" name="Google Shape;3905;p27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3906" name="Google Shape;3906;p2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2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2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2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2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11" name="Google Shape;3911;p27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3912" name="Google Shape;3912;p2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2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2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2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2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17" name="Google Shape;3917;p27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3918" name="Google Shape;3918;p2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2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20" name="Google Shape;3920;p27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3921" name="Google Shape;3921;p2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2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2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2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2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26" name="Google Shape;3926;p27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3927" name="Google Shape;3927;p2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2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2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2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2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32" name="Google Shape;3932;p27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3933" name="Google Shape;3933;p2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2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3935" name="Shape 3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6" name="Google Shape;3936;p27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3937" name="Google Shape;3937;p2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2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2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2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2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2" name="Google Shape;3942;p27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3943" name="Google Shape;3943;p2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2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2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2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2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8" name="Google Shape;3948;p27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3949" name="Google Shape;3949;p2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2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2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2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2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54" name="Google Shape;3954;p27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3955" name="Google Shape;3955;p2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2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2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2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2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60" name="Google Shape;3960;p27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3961" name="Google Shape;3961;p2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2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63" name="Google Shape;3963;p27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3964" name="Google Shape;3964;p2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2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66" name="Google Shape;3966;p27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3967" name="Google Shape;3967;p2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2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973" name="Shape 3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4" name="Google Shape;3974;p64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3975" name="Google Shape;3975;p6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6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77" name="Google Shape;3977;p64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3978" name="Google Shape;3978;p6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6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80" name="Google Shape;3980;p64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3981" name="Google Shape;3981;p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86" name="Google Shape;3986;p64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3987" name="Google Shape;3987;p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92" name="Google Shape;3992;p64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3993" name="Google Shape;3993;p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8" name="Google Shape;3998;p64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999" name="Google Shape;3999;p64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000" name="Shape 4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01" name="Google Shape;4001;p21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4002" name="Google Shape;4002;p2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2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4" name="Google Shape;4004;p21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4005" name="Google Shape;4005;p2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2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7" name="Google Shape;4007;p21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4008" name="Google Shape;4008;p2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2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0" name="Google Shape;4010;p21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4011" name="Google Shape;4011;p2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2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3" name="Google Shape;4013;p21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4014" name="Google Shape;4014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9" name="Google Shape;4019;p21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4020" name="Google Shape;4020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25" name="Google Shape;4025;p21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4026" name="Google Shape;4026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1" name="Google Shape;4031;p21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4032" name="Google Shape;4032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7" name="Google Shape;4037;p21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4038" name="Google Shape;4038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43" name="Google Shape;4043;p21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4044" name="Google Shape;4044;p2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2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2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2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2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49" name="Google Shape;4049;p21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050" name="Google Shape;4050;p21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051" name="Shape 4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2" name="Google Shape;4052;p21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4053" name="Google Shape;4053;p2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2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55" name="Google Shape;4055;p21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4056" name="Google Shape;4056;p2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2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58" name="Google Shape;4058;p21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4059" name="Google Shape;4059;p2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2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61" name="Google Shape;4061;p21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4062" name="Google Shape;4062;p2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2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2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2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2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67" name="Google Shape;4067;p21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4068" name="Google Shape;4068;p2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2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2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2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2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73" name="Google Shape;4073;p21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4074" name="Google Shape;4074;p2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2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2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2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2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79" name="Google Shape;4079;p21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4080" name="Google Shape;4080;p2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2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2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2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2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85" name="Google Shape;4085;p21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086" name="Google Shape;4086;p21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87" name="Google Shape;4087;p21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4088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89" name="Google Shape;4089;p219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4090" name="Google Shape;4090;p2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2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2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2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2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5" name="Google Shape;4095;p219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4096" name="Google Shape;4096;p2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2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2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2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2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01" name="Google Shape;4101;p219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4102" name="Google Shape;4102;p2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2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2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2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2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07" name="Google Shape;4107;p219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4108" name="Google Shape;4108;p2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2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10" name="Google Shape;4110;p219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4111" name="Google Shape;4111;p2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2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13" name="Google Shape;4113;p219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14" name="Google Shape;4114;p219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15" name="Google Shape;4115;p219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116" name="Google Shape;4116;p219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17" name="Google Shape;4117;p219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118" name="Shape 4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9" name="Google Shape;4119;p22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4120" name="Google Shape;4120;p2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2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2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2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2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25" name="Google Shape;4125;p22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4126" name="Google Shape;4126;p2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2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2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2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2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31" name="Google Shape;4131;p22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4132" name="Google Shape;4132;p2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2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2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2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2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37" name="Google Shape;4137;p22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4138" name="Google Shape;4138;p2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2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40" name="Google Shape;4140;p22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4141" name="Google Shape;4141;p2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2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43" name="Google Shape;4143;p22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144" name="Shape 4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5" name="Google Shape;4145;p22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146" name="Google Shape;4146;p22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4147" name="Google Shape;4147;p2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2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2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2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2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52" name="Google Shape;4152;p22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4153" name="Google Shape;4153;p2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2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2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2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2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58" name="Google Shape;4158;p22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4159" name="Google Shape;4159;p2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2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2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2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2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64" name="Google Shape;4164;p22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4165" name="Google Shape;4165;p2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2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67" name="Google Shape;4167;p22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4168" name="Google Shape;4168;p2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2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70" name="Google Shape;4170;p22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171" name="Shape 4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2" name="Google Shape;4172;p22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4173" name="Google Shape;4173;p2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2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75" name="Google Shape;4175;p22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4176" name="Google Shape;4176;p2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2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78" name="Google Shape;4178;p22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4179" name="Google Shape;4179;p2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2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2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2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2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84" name="Google Shape;4184;p22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4185" name="Google Shape;4185;p2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2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2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2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2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90" name="Google Shape;4190;p22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4191" name="Google Shape;4191;p2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2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2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2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2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96" name="Google Shape;4196;p22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4197" name="Google Shape;4197;p2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2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2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2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2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02" name="Google Shape;4202;p22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203" name="Shape 4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4" name="Google Shape;4204;p22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4205" name="Google Shape;4205;p2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2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07" name="Google Shape;4207;p22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4208" name="Google Shape;4208;p2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2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10" name="Google Shape;4210;p22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4211" name="Google Shape;4211;p2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2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2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2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2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16" name="Google Shape;4216;p22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4217" name="Google Shape;4217;p2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2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2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2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2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22" name="Google Shape;4222;p22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223" name="Google Shape;4223;p22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224" name="Shape 4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5" name="Google Shape;4225;p22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6" name="Google Shape;4226;p22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4227" name="Google Shape;4227;p22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4228" name="Google Shape;4228;p2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2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2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2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2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33" name="Google Shape;4233;p22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4234" name="Google Shape;4234;p2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2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2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2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2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39" name="Google Shape;4239;p22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4240" name="Google Shape;4240;p2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2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2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2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2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22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4246" name="Google Shape;4246;p22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22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8" name="Google Shape;4248;p22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4249" name="Google Shape;4249;p22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22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251" name="Shape 4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2" name="Google Shape;4252;p22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253" name="Google Shape;4253;p22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254" name="Google Shape;4254;p22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4255" name="Google Shape;4255;p2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2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2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2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2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60" name="Google Shape;4260;p22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4261" name="Google Shape;4261;p2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2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2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2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2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66" name="Google Shape;4266;p22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4267" name="Google Shape;4267;p2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2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2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2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2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72" name="Google Shape;4272;p22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4273" name="Google Shape;4273;p2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2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2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2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2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78" name="Google Shape;4278;p22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4279" name="Google Shape;4279;p2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2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81" name="Google Shape;4281;p22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4282" name="Google Shape;4282;p2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2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84" name="Google Shape;4284;p22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4285" name="Google Shape;4285;p2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2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287" name="Shape 42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288" name="Shape 4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89" name="Google Shape;4289;p22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4290" name="Google Shape;4290;p2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2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92" name="Google Shape;4292;p22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4293" name="Google Shape;4293;p2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2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95" name="Google Shape;4295;p22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4296" name="Google Shape;4296;p2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2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2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2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2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01" name="Google Shape;4301;p22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4302" name="Google Shape;4302;p2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2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2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2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2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07" name="Google Shape;4307;p22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4308" name="Google Shape;4308;p2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2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2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2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2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13" name="Google Shape;4313;p22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4" name="Google Shape;4314;p22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5" name="Google Shape;4315;p22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6" name="Google Shape;4316;p22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7" name="Google Shape;4317;p22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8" name="Google Shape;4318;p22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319" name="Google Shape;4319;p22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20" name="Google Shape;4320;p22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21" name="Google Shape;4321;p22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22" name="Google Shape;4322;p22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23" name="Google Shape;4323;p22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24" name="Google Shape;4324;p22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25" name="Google Shape;4325;p22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26" name="Google Shape;4326;p22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27" name="Google Shape;4327;p22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28" name="Google Shape;4328;p22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29" name="Google Shape;4329;p22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330" name="Google Shape;4330;p22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31" name="Google Shape;4331;p22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4332" name="Shape 4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3" name="Google Shape;4333;p22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4334" name="Google Shape;4334;p2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2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2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2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2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39" name="Google Shape;4339;p22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4340" name="Google Shape;4340;p2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2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2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2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2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45" name="Google Shape;4345;p22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4346" name="Google Shape;4346;p2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2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2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2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2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51" name="Google Shape;4351;p22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4352" name="Google Shape;4352;p2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2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2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2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2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57" name="Google Shape;4357;p22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4358" name="Google Shape;4358;p2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2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0" name="Google Shape;4360;p22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4361" name="Google Shape;4361;p2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2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3" name="Google Shape;4363;p22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4364" name="Google Shape;4364;p2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2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66" name="Google Shape;4366;p22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367" name="Google Shape;4367;p22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4368" name="Shape 4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9" name="Google Shape;4369;p22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4370" name="Google Shape;4370;p2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2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2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2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2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75" name="Google Shape;4375;p22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4376" name="Google Shape;4376;p2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2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2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2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2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81" name="Google Shape;4381;p22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4382" name="Google Shape;4382;p2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2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84" name="Google Shape;4384;p22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4385" name="Google Shape;4385;p2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2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87" name="Google Shape;4387;p22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4388" name="Google Shape;4388;p22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389" name="Google Shape;4389;p22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4390" name="Google Shape;4390;p22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391" name="Google Shape;4391;p22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4392" name="Google Shape;4392;p22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393" name="Google Shape;4393;p22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4394" name="Shape 4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5" name="Google Shape;4395;p23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4396" name="Google Shape;4396;p2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2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2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2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2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1" name="Google Shape;4401;p23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4402" name="Google Shape;4402;p2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2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2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2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2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7" name="Google Shape;4407;p23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4408" name="Google Shape;4408;p2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2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2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2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2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13" name="Google Shape;4413;p23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4414" name="Google Shape;4414;p2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2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16" name="Google Shape;4416;p23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4417" name="Google Shape;4417;p2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2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19" name="Google Shape;4419;p23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4420" name="Google Shape;4420;p2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2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22" name="Google Shape;4422;p23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423" name="Google Shape;4423;p23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4424" name="Shape 4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5" name="Google Shape;4425;p23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4426" name="Google Shape;4426;p2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2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2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2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2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31" name="Google Shape;4431;p23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4432" name="Google Shape;4432;p2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2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2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2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2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37" name="Google Shape;4437;p23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4438" name="Google Shape;4438;p2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2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2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2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2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43" name="Google Shape;4443;p23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4444" name="Google Shape;4444;p2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2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46" name="Google Shape;4446;p23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4447" name="Google Shape;4447;p2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2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49" name="Google Shape;4449;p23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450" name="Google Shape;4450;p23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4451" name="Shape 4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52" name="Google Shape;4452;p23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4453" name="Google Shape;4453;p2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2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2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2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2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58" name="Google Shape;4458;p23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4459" name="Google Shape;4459;p2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2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2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2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2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64" name="Google Shape;4464;p23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4465" name="Google Shape;4465;p2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2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2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2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2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70" name="Google Shape;4470;p23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4471" name="Google Shape;4471;p2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2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2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2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2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76" name="Google Shape;4476;p23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4477" name="Google Shape;4477;p2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2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79" name="Google Shape;4479;p23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4480" name="Google Shape;4480;p2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2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82" name="Google Shape;4482;p23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4483" name="Google Shape;4483;p2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2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85" name="Google Shape;4485;p23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486" name="Google Shape;4486;p23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4487" name="Shape 4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88" name="Google Shape;4488;p23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4489" name="Google Shape;4489;p2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2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2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2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2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94" name="Google Shape;4494;p23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4495" name="Google Shape;4495;p2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2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2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2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2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00" name="Google Shape;4500;p23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4501" name="Google Shape;4501;p2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2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2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2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2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06" name="Google Shape;4506;p23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4507" name="Google Shape;4507;p2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2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09" name="Google Shape;4509;p23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4510" name="Google Shape;4510;p2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2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12" name="Google Shape;4512;p23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513" name="Google Shape;4513;p23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4514" name="Shape 4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" name="Google Shape;4515;p23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4516" name="Google Shape;4516;p23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4517" name="Google Shape;4517;p2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2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2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2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2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22" name="Google Shape;4522;p23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4523" name="Google Shape;4523;p2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2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2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2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2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28" name="Google Shape;4528;p23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4529" name="Google Shape;4529;p2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2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2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2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2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34" name="Google Shape;4534;p23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4535" name="Google Shape;4535;p23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23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4537" name="Shape 4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8" name="Google Shape;4538;p23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4539" name="Google Shape;4539;p2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2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2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2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2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44" name="Google Shape;4544;p23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4545" name="Google Shape;4545;p2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2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2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2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2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50" name="Google Shape;4550;p23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4551" name="Google Shape;4551;p2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2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2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2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2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56" name="Google Shape;4556;p23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4557" name="Google Shape;4557;p2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2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59" name="Google Shape;4559;p23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4560" name="Google Shape;4560;p2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2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62" name="Google Shape;4562;p23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4563" name="Google Shape;4563;p2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2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2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2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2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68" name="Google Shape;4568;p23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4569" name="Shape 4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70" name="Google Shape;4570;p23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4571" name="Google Shape;4571;p2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2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2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2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2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76" name="Google Shape;4576;p23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4577" name="Google Shape;4577;p23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23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9" name="Google Shape;4579;p23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580" name="Google Shape;4580;p23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581" name="Google Shape;4581;p23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582" name="Google Shape;4582;p23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583" name="Google Shape;4583;p23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4584" name="Google Shape;4584;p23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4585" name="Google Shape;4585;p23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23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87" name="Google Shape;4587;p23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4588" name="Google Shape;4588;p2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2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2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2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2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4593" name="Shape 4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4" name="Google Shape;4594;p23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4595" name="Google Shape;4595;p2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2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2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2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2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00" name="Google Shape;4600;p23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4601" name="Google Shape;4601;p2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2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2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2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2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06" name="Google Shape;4606;p23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4607" name="Google Shape;4607;p2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2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2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2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2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12" name="Google Shape;4612;p23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4613" name="Google Shape;4613;p23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23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23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23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23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18" name="Google Shape;4618;p23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4619" name="Google Shape;4619;p23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23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21" name="Google Shape;4621;p23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4622" name="Google Shape;4622;p23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23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24" name="Google Shape;4624;p23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4625" name="Google Shape;4625;p23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23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27" name="Google Shape;4627;p23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628" name="Google Shape;4628;p23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4629" name="Google Shape;4629;p23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4630" name="Google Shape;4630;p23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631" name="Google Shape;4631;p23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4632" name="Shape 4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33" name="Google Shape;4633;p23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4634" name="Google Shape;4634;p2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2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2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2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2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39" name="Google Shape;4639;p23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4640" name="Google Shape;4640;p2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2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2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2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2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45" name="Google Shape;4645;p23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4646" name="Google Shape;4646;p2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2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2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2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2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51" name="Google Shape;4651;p23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4652" name="Google Shape;4652;p23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23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23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23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23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57" name="Google Shape;4657;p23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4658" name="Google Shape;4658;p23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23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60" name="Google Shape;4660;p23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4661" name="Google Shape;4661;p23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23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63" name="Google Shape;4663;p23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664" name="Google Shape;4664;p23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665" name="Google Shape;4665;p23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666" name="Google Shape;4666;p23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67" name="Google Shape;4667;p23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4668" name="Shape 4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9" name="Google Shape;4669;p23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4670" name="Google Shape;4670;p23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23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23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23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23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75" name="Google Shape;4675;p23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4676" name="Google Shape;4676;p23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23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23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23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23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81" name="Google Shape;4681;p23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4682" name="Google Shape;4682;p23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23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23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23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23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23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4688" name="Google Shape;4688;p23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23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90" name="Google Shape;4690;p23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4691" name="Google Shape;4691;p23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23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93" name="Google Shape;4693;p23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4694" name="Google Shape;4694;p23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23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96" name="Google Shape;4696;p23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697" name="Google Shape;4697;p23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698" name="Google Shape;4698;p23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4699" name="Shape 4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00" name="Google Shape;4700;p24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4701" name="Google Shape;4701;p2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2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2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2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2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06" name="Google Shape;4706;p24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4707" name="Google Shape;4707;p2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2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2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2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2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12" name="Google Shape;4712;p24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4713" name="Google Shape;4713;p2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2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2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2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2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18" name="Google Shape;4718;p24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4719" name="Google Shape;4719;p24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24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24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24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24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24" name="Google Shape;4724;p24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4725" name="Google Shape;4725;p24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24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27" name="Google Shape;4727;p24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4728" name="Google Shape;4728;p24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24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30" name="Google Shape;4730;p24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731" name="Google Shape;4731;p24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732" name="Google Shape;4732;p24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733" name="Google Shape;4733;p24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34" name="Google Shape;4734;p24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35" name="Google Shape;4735;p24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36" name="Google Shape;4736;p24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4737" name="Shape 4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8" name="Google Shape;4738;p24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4739" name="Google Shape;4739;p2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2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2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2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2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44" name="Google Shape;4744;p24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4745" name="Google Shape;4745;p2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2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2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2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2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50" name="Google Shape;4750;p24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4751" name="Google Shape;4751;p2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2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2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2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2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56" name="Google Shape;4756;p24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4757" name="Google Shape;4757;p24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24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24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24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24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62" name="Google Shape;4762;p24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4763" name="Google Shape;4763;p24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24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65" name="Google Shape;4765;p24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4766" name="Google Shape;4766;p24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24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68" name="Google Shape;4768;p24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769" name="Google Shape;4769;p24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770" name="Google Shape;4770;p24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771" name="Google Shape;4771;p24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72" name="Google Shape;4772;p24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73" name="Google Shape;4773;p24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774" name="Google Shape;4774;p24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775" name="Google Shape;4775;p24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76" name="Google Shape;4776;p24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4777" name="Shape 4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8" name="Google Shape;4778;p24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4779" name="Google Shape;4779;p2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2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2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2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2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84" name="Google Shape;4784;p24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4785" name="Google Shape;4785;p2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2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2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2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2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90" name="Google Shape;4790;p24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4791" name="Google Shape;4791;p2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2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2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2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2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96" name="Google Shape;4796;p24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4797" name="Google Shape;4797;p24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24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24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24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24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02" name="Google Shape;4802;p24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4803" name="Google Shape;4803;p24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24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05" name="Google Shape;4805;p24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4806" name="Google Shape;4806;p24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24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08" name="Google Shape;4808;p24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809" name="Google Shape;4809;p24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0" name="Google Shape;4810;p24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1" name="Google Shape;4811;p24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2" name="Google Shape;4812;p24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3" name="Google Shape;4813;p24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4" name="Google Shape;4814;p24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5" name="Google Shape;4815;p24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6" name="Google Shape;4816;p24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7" name="Google Shape;4817;p24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8" name="Google Shape;4818;p24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9" name="Google Shape;4819;p24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20" name="Google Shape;4820;p24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4821" name="Shape 4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22" name="Google Shape;4822;p24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4823" name="Google Shape;4823;p24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24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5" name="Google Shape;4825;p24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826" name="Google Shape;4826;p24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27" name="Google Shape;4827;p24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4828" name="Google Shape;4828;p24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4829" name="Google Shape;4829;p2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2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2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2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2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34" name="Google Shape;4834;p24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4835" name="Google Shape;4835;p2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2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2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2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2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40" name="Google Shape;4840;p24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4841" name="Google Shape;4841;p2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2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2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2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2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46" name="Google Shape;4846;p24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4847" name="Google Shape;4847;p2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2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2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2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2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52" name="Google Shape;4852;p24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4853" name="Google Shape;4853;p24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24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55" name="Google Shape;4855;p24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4856" name="Google Shape;4856;p24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24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58" name="Google Shape;4858;p24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4859" name="Google Shape;4859;p24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24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24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24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24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4864" name="Shape 4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65" name="Google Shape;4865;p24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4866" name="Google Shape;4866;p2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2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2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2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2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71" name="Google Shape;4871;p24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4872" name="Google Shape;4872;p2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2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2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2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2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77" name="Google Shape;4877;p24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4878" name="Google Shape;4878;p2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2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2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2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2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83" name="Google Shape;4883;p24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4884" name="Google Shape;4884;p24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24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24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24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24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89" name="Google Shape;4889;p24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4890" name="Google Shape;4890;p24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24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92" name="Google Shape;4892;p24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4893" name="Google Shape;4893;p24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24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4895" name="Shape 4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96" name="Google Shape;4896;p24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4897" name="Google Shape;4897;p2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2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2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2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2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02" name="Google Shape;4902;p24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4903" name="Google Shape;4903;p2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2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2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2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2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08" name="Google Shape;4908;p24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4909" name="Google Shape;4909;p24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24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11" name="Google Shape;4911;p24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4912" name="Google Shape;4912;p2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2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2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2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2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17" name="Google Shape;4917;p24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4918" name="Google Shape;4918;p24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24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24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24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24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23" name="Google Shape;4923;p24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4924" name="Google Shape;4924;p24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24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4926" name="Shape 4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7" name="Google Shape;4927;p24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4928" name="Google Shape;4928;p2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2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2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2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2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3" name="Google Shape;4933;p24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4934" name="Google Shape;4934;p2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2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2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2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2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9" name="Google Shape;4939;p24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4940" name="Google Shape;4940;p2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2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2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2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2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45" name="Google Shape;4945;p24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4946" name="Google Shape;4946;p24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24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24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24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24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51" name="Google Shape;4951;p24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4952" name="Google Shape;4952;p24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24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54" name="Google Shape;4954;p24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4955" name="Google Shape;4955;p24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24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57" name="Google Shape;4957;p24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4958" name="Google Shape;4958;p24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24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964" name="Shape 4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5" name="Google Shape;4965;p66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4966" name="Google Shape;4966;p6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6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6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6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6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71" name="Google Shape;4971;p66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4972" name="Google Shape;4972;p6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6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6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6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6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77" name="Google Shape;4977;p66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4978" name="Google Shape;4978;p6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6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6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6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6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83" name="Google Shape;4983;p66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4984" name="Google Shape;4984;p6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6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86" name="Google Shape;4986;p66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4987" name="Google Shape;4987;p6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6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89" name="Google Shape;4989;p66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990" name="Shape 4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91" name="Google Shape;4991;p30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4992" name="Google Shape;4992;p3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3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94" name="Google Shape;4994;p30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4995" name="Google Shape;4995;p3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3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97" name="Google Shape;4997;p30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4998" name="Google Shape;4998;p3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3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00" name="Google Shape;5000;p30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5001" name="Google Shape;5001;p3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3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03" name="Google Shape;5003;p30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5004" name="Google Shape;5004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09" name="Google Shape;5009;p30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5010" name="Google Shape;5010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15" name="Google Shape;5015;p30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5016" name="Google Shape;5016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21" name="Google Shape;5021;p30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5022" name="Google Shape;5022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27" name="Google Shape;5027;p30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5028" name="Google Shape;5028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33" name="Google Shape;5033;p30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5034" name="Google Shape;5034;p3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3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3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3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3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39" name="Google Shape;5039;p30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040" name="Google Shape;5040;p30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041" name="Shape 5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42" name="Google Shape;5042;p30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5043" name="Google Shape;5043;p3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3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5" name="Google Shape;5045;p30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5046" name="Google Shape;5046;p3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3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8" name="Google Shape;5048;p30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5049" name="Google Shape;5049;p3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3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51" name="Google Shape;5051;p30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5052" name="Google Shape;5052;p3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3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3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3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3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57" name="Google Shape;5057;p30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5058" name="Google Shape;5058;p3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3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3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3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3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63" name="Google Shape;5063;p30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5064" name="Google Shape;5064;p3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3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3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3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3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69" name="Google Shape;5069;p30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5070" name="Google Shape;5070;p3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3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3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3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3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75" name="Google Shape;5075;p30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076" name="Google Shape;5076;p30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77" name="Google Shape;5077;p30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078" name="Shape 5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9" name="Google Shape;5079;p309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5080" name="Google Shape;5080;p3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3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82" name="Google Shape;5082;p309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5083" name="Google Shape;5083;p3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3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85" name="Google Shape;5085;p309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5086" name="Google Shape;5086;p3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3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3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3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3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91" name="Google Shape;5091;p309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5092" name="Google Shape;5092;p3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3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3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3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3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97" name="Google Shape;5097;p309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5098" name="Google Shape;5098;p3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3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3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3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3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03" name="Google Shape;5103;p309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04" name="Google Shape;5104;p309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105" name="Shape 5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6" name="Google Shape;5106;p310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5107" name="Google Shape;5107;p3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3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3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3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3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12" name="Google Shape;5112;p310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5113" name="Google Shape;5113;p3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3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3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3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3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18" name="Google Shape;5118;p310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5119" name="Google Shape;5119;p3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3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3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3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3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24" name="Google Shape;5124;p310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5125" name="Google Shape;5125;p3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3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27" name="Google Shape;5127;p310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5128" name="Google Shape;5128;p3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3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30" name="Google Shape;5130;p310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31" name="Google Shape;5131;p310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32" name="Google Shape;5132;p310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133" name="Google Shape;5133;p310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34" name="Google Shape;5134;p310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135" name="Shape 5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6" name="Google Shape;5136;p31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5137" name="Google Shape;5137;p31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5138" name="Google Shape;5138;p3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3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3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3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3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43" name="Google Shape;5143;p31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5144" name="Google Shape;5144;p3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3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3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3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3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49" name="Google Shape;5149;p31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5150" name="Google Shape;5150;p3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3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3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3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3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55" name="Google Shape;5155;p31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5156" name="Google Shape;5156;p3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3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58" name="Google Shape;5158;p31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5159" name="Google Shape;5159;p3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3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61" name="Google Shape;5161;p31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162" name="Shape 5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3" name="Google Shape;5163;p31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5164" name="Google Shape;5164;p3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3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6" name="Google Shape;5166;p31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5167" name="Google Shape;5167;p3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3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69" name="Google Shape;5169;p31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5170" name="Google Shape;5170;p3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3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3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3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3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75" name="Google Shape;5175;p31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5176" name="Google Shape;5176;p3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3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3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3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3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81" name="Google Shape;5181;p31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5182" name="Google Shape;5182;p3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3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3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3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3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87" name="Google Shape;5187;p31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5188" name="Google Shape;5188;p3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3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3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3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3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93" name="Google Shape;5193;p31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194" name="Shape 5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5" name="Google Shape;5195;p31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5196" name="Google Shape;5196;p3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3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98" name="Google Shape;5198;p31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5199" name="Google Shape;5199;p3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3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01" name="Google Shape;5201;p31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5202" name="Google Shape;5202;p3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3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3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3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3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07" name="Google Shape;5207;p31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5208" name="Google Shape;5208;p3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3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3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3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3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13" name="Google Shape;5213;p31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214" name="Google Shape;5214;p31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215" name="Shape 5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6" name="Google Shape;5216;p31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7" name="Google Shape;5217;p31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5218" name="Google Shape;5218;p31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5219" name="Google Shape;5219;p3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3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3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3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3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24" name="Google Shape;5224;p31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5225" name="Google Shape;5225;p3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3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3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3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3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30" name="Google Shape;5230;p31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5231" name="Google Shape;5231;p3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3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3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3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3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36" name="Google Shape;5236;p31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5237" name="Google Shape;5237;p3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3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39" name="Google Shape;5239;p31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5240" name="Google Shape;5240;p3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3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242" name="Shape 5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3" name="Google Shape;5243;p31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244" name="Google Shape;5244;p31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245" name="Google Shape;5245;p31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5246" name="Google Shape;5246;p3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3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3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3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3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51" name="Google Shape;5251;p31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5252" name="Google Shape;5252;p3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3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3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3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3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57" name="Google Shape;5257;p31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5258" name="Google Shape;5258;p3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3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3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3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3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63" name="Google Shape;5263;p31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5264" name="Google Shape;5264;p3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3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3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3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3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69" name="Google Shape;5269;p31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5270" name="Google Shape;5270;p3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3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72" name="Google Shape;5272;p31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5273" name="Google Shape;5273;p3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3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75" name="Google Shape;5275;p31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5276" name="Google Shape;5276;p3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3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5278" name="Shape 52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5279" name="Shape 5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80" name="Google Shape;5280;p31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5281" name="Google Shape;5281;p3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3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83" name="Google Shape;5283;p31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5284" name="Google Shape;5284;p31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31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86" name="Google Shape;5286;p31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5287" name="Google Shape;5287;p3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3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3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3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3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92" name="Google Shape;5292;p31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5293" name="Google Shape;5293;p3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3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3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3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3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98" name="Google Shape;5298;p31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5299" name="Google Shape;5299;p31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31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31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31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31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04" name="Google Shape;5304;p31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05" name="Google Shape;5305;p31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06" name="Google Shape;5306;p31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07" name="Google Shape;5307;p31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08" name="Google Shape;5308;p31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09" name="Google Shape;5309;p31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5310" name="Google Shape;5310;p31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11" name="Google Shape;5311;p31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12" name="Google Shape;5312;p31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13" name="Google Shape;5313;p31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14" name="Google Shape;5314;p31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15" name="Google Shape;5315;p31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16" name="Google Shape;5316;p31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17" name="Google Shape;5317;p31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18" name="Google Shape;5318;p31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19" name="Google Shape;5319;p31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20" name="Google Shape;5320;p31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321" name="Google Shape;5321;p31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22" name="Google Shape;5322;p31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5323" name="Shape 5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4" name="Google Shape;5324;p31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5325" name="Google Shape;5325;p3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3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3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3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3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30" name="Google Shape;5330;p31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5331" name="Google Shape;5331;p3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3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3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3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3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36" name="Google Shape;5336;p31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5337" name="Google Shape;5337;p3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3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3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3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3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42" name="Google Shape;5342;p31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5343" name="Google Shape;5343;p31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31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31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31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31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48" name="Google Shape;5348;p31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5349" name="Google Shape;5349;p3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3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51" name="Google Shape;5351;p31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5352" name="Google Shape;5352;p3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3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54" name="Google Shape;5354;p31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5355" name="Google Shape;5355;p31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31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57" name="Google Shape;5357;p31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358" name="Google Shape;5358;p31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5359" name="Shape 5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0" name="Google Shape;5360;p31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5361" name="Google Shape;5361;p3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3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3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3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3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66" name="Google Shape;5366;p31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5367" name="Google Shape;5367;p31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31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31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31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31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72" name="Google Shape;5372;p31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5373" name="Google Shape;5373;p3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3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75" name="Google Shape;5375;p31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5376" name="Google Shape;5376;p31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31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78" name="Google Shape;5378;p31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379" name="Google Shape;5379;p31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380" name="Google Shape;5380;p31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381" name="Google Shape;5381;p31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382" name="Google Shape;5382;p31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383" name="Google Shape;5383;p31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5384" name="Google Shape;5384;p31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5385" name="Shape 5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86" name="Google Shape;5386;p32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5387" name="Google Shape;5387;p3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3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3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3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3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92" name="Google Shape;5392;p32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5393" name="Google Shape;5393;p3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3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3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3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3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98" name="Google Shape;5398;p32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5399" name="Google Shape;5399;p32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32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32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32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32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04" name="Google Shape;5404;p32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5405" name="Google Shape;5405;p3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3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07" name="Google Shape;5407;p32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5408" name="Google Shape;5408;p3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3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10" name="Google Shape;5410;p32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5411" name="Google Shape;5411;p32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32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13" name="Google Shape;5413;p32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14" name="Google Shape;5414;p32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5415" name="Shape 5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6" name="Google Shape;5416;p32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5417" name="Google Shape;5417;p3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3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3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3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3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22" name="Google Shape;5422;p32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5423" name="Google Shape;5423;p3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3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3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3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3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28" name="Google Shape;5428;p32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5429" name="Google Shape;5429;p32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32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32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32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32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34" name="Google Shape;5434;p32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5435" name="Google Shape;5435;p3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3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37" name="Google Shape;5437;p32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5438" name="Google Shape;5438;p32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32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40" name="Google Shape;5440;p32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41" name="Google Shape;5441;p32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5442" name="Shape 5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3" name="Google Shape;5443;p32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5444" name="Google Shape;5444;p3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3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3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3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3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49" name="Google Shape;5449;p32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5450" name="Google Shape;5450;p3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3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3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3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3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55" name="Google Shape;5455;p32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5456" name="Google Shape;5456;p3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3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3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3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3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61" name="Google Shape;5461;p32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5462" name="Google Shape;5462;p32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32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32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32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32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67" name="Google Shape;5467;p32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5468" name="Google Shape;5468;p3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3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70" name="Google Shape;5470;p32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5471" name="Google Shape;5471;p3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3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73" name="Google Shape;5473;p32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5474" name="Google Shape;5474;p32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32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76" name="Google Shape;5476;p32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77" name="Google Shape;5477;p32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5478" name="Shape 5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79" name="Google Shape;5479;p32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5480" name="Google Shape;5480;p3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3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3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3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3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85" name="Google Shape;5485;p32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5486" name="Google Shape;5486;p3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3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3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3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3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91" name="Google Shape;5491;p32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5492" name="Google Shape;5492;p32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32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32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32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32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97" name="Google Shape;5497;p32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5498" name="Google Shape;5498;p3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3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00" name="Google Shape;5500;p32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5501" name="Google Shape;5501;p32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32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03" name="Google Shape;5503;p32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504" name="Google Shape;5504;p32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5505" name="Shape 5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6" name="Google Shape;5506;p32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5507" name="Google Shape;5507;p32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5508" name="Google Shape;5508;p3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3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3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3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3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13" name="Google Shape;5513;p32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5514" name="Google Shape;5514;p3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3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3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3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3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19" name="Google Shape;5519;p32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5520" name="Google Shape;5520;p32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32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32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32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32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25" name="Google Shape;5525;p32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5526" name="Google Shape;5526;p32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32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5528" name="Shape 5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29" name="Google Shape;5529;p32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5530" name="Google Shape;5530;p3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3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3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3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3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35" name="Google Shape;5535;p32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5536" name="Google Shape;5536;p3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3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3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3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3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41" name="Google Shape;5541;p32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5542" name="Google Shape;5542;p3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3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3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3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3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47" name="Google Shape;5547;p32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5548" name="Google Shape;5548;p3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3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50" name="Google Shape;5550;p32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5551" name="Google Shape;5551;p32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32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53" name="Google Shape;5553;p32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5554" name="Google Shape;5554;p32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32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32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32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32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59" name="Google Shape;5559;p32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5560" name="Shape 5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61" name="Google Shape;5561;p32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5562" name="Google Shape;5562;p3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3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3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3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3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67" name="Google Shape;5567;p32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5568" name="Google Shape;5568;p32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32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70" name="Google Shape;5570;p32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71" name="Google Shape;5571;p32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572" name="Google Shape;5572;p32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73" name="Google Shape;5573;p32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74" name="Google Shape;5574;p32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5575" name="Google Shape;5575;p32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5576" name="Google Shape;5576;p32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32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8" name="Google Shape;5578;p32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5579" name="Google Shape;5579;p32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32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32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32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32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5584" name="Shape 5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85" name="Google Shape;5585;p32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5586" name="Google Shape;5586;p3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3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3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3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3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91" name="Google Shape;5591;p32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5592" name="Google Shape;5592;p3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3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3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3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3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97" name="Google Shape;5597;p32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5598" name="Google Shape;5598;p3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3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3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3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3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03" name="Google Shape;5603;p32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5604" name="Google Shape;5604;p32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32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32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32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32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09" name="Google Shape;5609;p32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5610" name="Google Shape;5610;p3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3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12" name="Google Shape;5612;p32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5613" name="Google Shape;5613;p3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3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15" name="Google Shape;5615;p32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5616" name="Google Shape;5616;p32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32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18" name="Google Shape;5618;p32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619" name="Google Shape;5619;p32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5620" name="Google Shape;5620;p32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5621" name="Google Shape;5621;p32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22" name="Google Shape;5622;p32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5623" name="Shape 5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24" name="Google Shape;5624;p32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5625" name="Google Shape;5625;p3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3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3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3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3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30" name="Google Shape;5630;p32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5631" name="Google Shape;5631;p3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3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3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3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3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36" name="Google Shape;5636;p32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5637" name="Google Shape;5637;p3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3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3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3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3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42" name="Google Shape;5642;p32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5643" name="Google Shape;5643;p32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32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32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32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32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48" name="Google Shape;5648;p32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5649" name="Google Shape;5649;p3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3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51" name="Google Shape;5651;p32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5652" name="Google Shape;5652;p32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32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54" name="Google Shape;5654;p32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655" name="Google Shape;5655;p32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656" name="Google Shape;5656;p32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657" name="Google Shape;5657;p32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58" name="Google Shape;5658;p32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5659" name="Shape 5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60" name="Google Shape;5660;p32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5661" name="Google Shape;5661;p3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3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3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3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3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66" name="Google Shape;5666;p32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5667" name="Google Shape;5667;p3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3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3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3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3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2" name="Google Shape;5672;p32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5673" name="Google Shape;5673;p32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32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32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32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32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8" name="Google Shape;5678;p32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5679" name="Google Shape;5679;p3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3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81" name="Google Shape;5681;p32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5682" name="Google Shape;5682;p3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3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84" name="Google Shape;5684;p32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5685" name="Google Shape;5685;p32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32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87" name="Google Shape;5687;p32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688" name="Google Shape;5688;p32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89" name="Google Shape;5689;p32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5690" name="Shape 5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91" name="Google Shape;5691;p33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5692" name="Google Shape;5692;p3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3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3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3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3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97" name="Google Shape;5697;p33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5698" name="Google Shape;5698;p3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3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3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3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3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3" name="Google Shape;5703;p33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5704" name="Google Shape;5704;p3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3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3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3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3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09" name="Google Shape;5709;p33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5710" name="Google Shape;5710;p33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33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33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33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33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5" name="Google Shape;5715;p33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5716" name="Google Shape;5716;p3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3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18" name="Google Shape;5718;p33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5719" name="Google Shape;5719;p33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33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21" name="Google Shape;5721;p33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22" name="Google Shape;5722;p33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23" name="Google Shape;5723;p33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24" name="Google Shape;5724;p33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25" name="Google Shape;5725;p33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26" name="Google Shape;5726;p33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27" name="Google Shape;5727;p33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5728" name="Shape 5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9" name="Google Shape;5729;p33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5730" name="Google Shape;5730;p3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3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3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3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3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35" name="Google Shape;5735;p33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5736" name="Google Shape;5736;p3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3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3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3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3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41" name="Google Shape;5741;p33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5742" name="Google Shape;5742;p3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3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3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3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3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47" name="Google Shape;5747;p33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5748" name="Google Shape;5748;p33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33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33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33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33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53" name="Google Shape;5753;p33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5754" name="Google Shape;5754;p3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3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56" name="Google Shape;5756;p33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5757" name="Google Shape;5757;p33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33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59" name="Google Shape;5759;p33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760" name="Google Shape;5760;p33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761" name="Google Shape;5761;p33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762" name="Google Shape;5762;p33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63" name="Google Shape;5763;p33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64" name="Google Shape;5764;p33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765" name="Google Shape;5765;p33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766" name="Google Shape;5766;p33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67" name="Google Shape;5767;p33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5768" name="Shape 5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9" name="Google Shape;5769;p33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5770" name="Google Shape;5770;p3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3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3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3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3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75" name="Google Shape;5775;p33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5776" name="Google Shape;5776;p3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3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3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3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3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81" name="Google Shape;5781;p33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5782" name="Google Shape;5782;p3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3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3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3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3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87" name="Google Shape;5787;p33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5788" name="Google Shape;5788;p33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33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33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33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33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93" name="Google Shape;5793;p33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5794" name="Google Shape;5794;p3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3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96" name="Google Shape;5796;p33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5797" name="Google Shape;5797;p33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33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99" name="Google Shape;5799;p33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800" name="Google Shape;5800;p33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1" name="Google Shape;5801;p33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2" name="Google Shape;5802;p33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3" name="Google Shape;5803;p33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04" name="Google Shape;5804;p33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05" name="Google Shape;5805;p33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06" name="Google Shape;5806;p33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7" name="Google Shape;5807;p33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8" name="Google Shape;5808;p33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09" name="Google Shape;5809;p33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10" name="Google Shape;5810;p33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11" name="Google Shape;5811;p33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5812" name="Shape 5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13" name="Google Shape;5813;p33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5814" name="Google Shape;5814;p3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3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16" name="Google Shape;5816;p33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817" name="Google Shape;5817;p33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18" name="Google Shape;5818;p33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5819" name="Google Shape;5819;p33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5820" name="Google Shape;5820;p3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3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3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3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3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5" name="Google Shape;5825;p33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5826" name="Google Shape;5826;p3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3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3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3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3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31" name="Google Shape;5831;p33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5832" name="Google Shape;5832;p3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3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3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3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3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37" name="Google Shape;5837;p33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5838" name="Google Shape;5838;p3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3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3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3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3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43" name="Google Shape;5843;p33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5844" name="Google Shape;5844;p3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3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46" name="Google Shape;5846;p33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5847" name="Google Shape;5847;p33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33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49" name="Google Shape;5849;p33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5850" name="Google Shape;5850;p33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33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33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33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33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5855" name="Shape 5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6" name="Google Shape;5856;p33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5857" name="Google Shape;5857;p3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3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3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3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3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62" name="Google Shape;5862;p33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5863" name="Google Shape;5863;p3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3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3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3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3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68" name="Google Shape;5868;p33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5869" name="Google Shape;5869;p3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3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3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3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3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74" name="Google Shape;5874;p33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5875" name="Google Shape;5875;p33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33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33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33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33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80" name="Google Shape;5880;p33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5881" name="Google Shape;5881;p33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33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83" name="Google Shape;5883;p33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5884" name="Google Shape;5884;p33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33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5886" name="Shape 5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7" name="Google Shape;5887;p33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5888" name="Google Shape;5888;p3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3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3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3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3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93" name="Google Shape;5893;p33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5894" name="Google Shape;5894;p3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3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3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3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3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99" name="Google Shape;5899;p33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5900" name="Google Shape;5900;p3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3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02" name="Google Shape;5902;p33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5903" name="Google Shape;5903;p3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3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3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3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3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08" name="Google Shape;5908;p33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5909" name="Google Shape;5909;p33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33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33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33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33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14" name="Google Shape;5914;p33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5915" name="Google Shape;5915;p33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33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5917" name="Shape 5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18" name="Google Shape;5918;p33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5919" name="Google Shape;5919;p3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3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3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3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3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24" name="Google Shape;5924;p33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5925" name="Google Shape;5925;p3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3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3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3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3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30" name="Google Shape;5930;p33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5931" name="Google Shape;5931;p3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3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3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3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3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36" name="Google Shape;5936;p33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5937" name="Google Shape;5937;p33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33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33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33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33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2" name="Google Shape;5942;p33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5943" name="Google Shape;5943;p33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33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5" name="Google Shape;5945;p33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5946" name="Google Shape;5946;p33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33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8" name="Google Shape;5948;p33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5949" name="Google Shape;5949;p33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33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955" name="Shape 5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56" name="Google Shape;5956;p68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5957" name="Google Shape;5957;p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59" name="Google Shape;5959;p68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5960" name="Google Shape;5960;p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62" name="Google Shape;5962;p68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5963" name="Google Shape;5963;p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68" name="Google Shape;5968;p68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5969" name="Google Shape;5969;p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74" name="Google Shape;5974;p68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5975" name="Google Shape;5975;p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80" name="Google Shape;5980;p68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81" name="Google Shape;5981;p68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5982" name="Shape 5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83" name="Google Shape;5983;p15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5984" name="Google Shape;5984;p1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86" name="Google Shape;5986;p15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5987" name="Google Shape;5987;p1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89" name="Google Shape;5989;p15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5990" name="Google Shape;5990;p1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92" name="Google Shape;5992;p15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5993" name="Google Shape;5993;p15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5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95" name="Google Shape;5995;p15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5996" name="Google Shape;5996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1" name="Google Shape;6001;p15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6002" name="Google Shape;6002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7" name="Google Shape;6007;p15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6008" name="Google Shape;6008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3" name="Google Shape;6013;p15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6014" name="Google Shape;6014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9" name="Google Shape;6019;p15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6020" name="Google Shape;6020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25" name="Google Shape;6025;p15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6026" name="Google Shape;6026;p15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5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5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5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5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31" name="Google Shape;6031;p15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032" name="Google Shape;6032;p15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033" name="Shape 6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34" name="Google Shape;6034;p15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6035" name="Google Shape;6035;p1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37" name="Google Shape;6037;p15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6038" name="Google Shape;6038;p1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40" name="Google Shape;6040;p15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6041" name="Google Shape;6041;p15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5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43" name="Google Shape;6043;p15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6044" name="Google Shape;6044;p1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49" name="Google Shape;6049;p15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6050" name="Google Shape;6050;p1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55" name="Google Shape;6055;p15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6056" name="Google Shape;6056;p1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61" name="Google Shape;6061;p15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6062" name="Google Shape;6062;p15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5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5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5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5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67" name="Google Shape;6067;p15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068" name="Google Shape;6068;p15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69" name="Google Shape;6069;p15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070" name="Shape 6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1" name="Google Shape;6071;p159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6072" name="Google Shape;6072;p15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5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5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5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5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77" name="Google Shape;6077;p159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6078" name="Google Shape;6078;p15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5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5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5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5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83" name="Google Shape;6083;p159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6084" name="Google Shape;6084;p15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5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5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5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5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89" name="Google Shape;6089;p159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6090" name="Google Shape;6090;p15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5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92" name="Google Shape;6092;p159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6093" name="Google Shape;6093;p15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5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95" name="Google Shape;6095;p159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6" name="Google Shape;6096;p159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7" name="Google Shape;6097;p159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098" name="Google Shape;6098;p159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9" name="Google Shape;6099;p159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100" name="Shape 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01" name="Google Shape;6101;p16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6102" name="Google Shape;6102;p1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07" name="Google Shape;6107;p16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6108" name="Google Shape;6108;p1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3" name="Google Shape;6113;p16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6114" name="Google Shape;6114;p16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6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6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6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6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9" name="Google Shape;6119;p16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6120" name="Google Shape;6120;p1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22" name="Google Shape;6122;p16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6123" name="Google Shape;6123;p16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6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25" name="Google Shape;6125;p16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126" name="Shape 6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7" name="Google Shape;6127;p16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6128" name="Google Shape;6128;p16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6129" name="Google Shape;6129;p1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34" name="Google Shape;6134;p16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6135" name="Google Shape;6135;p1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40" name="Google Shape;6140;p16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6141" name="Google Shape;6141;p16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6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6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6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6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46" name="Google Shape;6146;p16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6147" name="Google Shape;6147;p16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6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49" name="Google Shape;6149;p16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6150" name="Google Shape;6150;p16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6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52" name="Google Shape;6152;p16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153" name="Shape 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54" name="Google Shape;6154;p16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6155" name="Google Shape;6155;p1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57" name="Google Shape;6157;p16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6158" name="Google Shape;6158;p16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6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60" name="Google Shape;6160;p16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6161" name="Google Shape;6161;p1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1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1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1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1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66" name="Google Shape;6166;p16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6167" name="Google Shape;6167;p1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72" name="Google Shape;6172;p16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6173" name="Google Shape;6173;p1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78" name="Google Shape;6178;p16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6179" name="Google Shape;6179;p16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6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6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6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6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84" name="Google Shape;6184;p16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185" name="Shape 6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6" name="Google Shape;6186;p16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6187" name="Google Shape;6187;p16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6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89" name="Google Shape;6189;p16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6190" name="Google Shape;6190;p16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6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92" name="Google Shape;6192;p16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6193" name="Google Shape;6193;p16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6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6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6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6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98" name="Google Shape;6198;p16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6199" name="Google Shape;6199;p16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6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6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6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6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04" name="Google Shape;6204;p16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205" name="Google Shape;6205;p16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206" name="Shape 6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7" name="Google Shape;6207;p16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08" name="Google Shape;6208;p16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6209" name="Google Shape;6209;p16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6210" name="Google Shape;6210;p1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15" name="Google Shape;6215;p16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6216" name="Google Shape;6216;p1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21" name="Google Shape;6221;p16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6222" name="Google Shape;6222;p16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6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6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6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6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27" name="Google Shape;6227;p16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6228" name="Google Shape;6228;p16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16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0" name="Google Shape;6230;p16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6231" name="Google Shape;6231;p16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16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233" name="Shape 6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4" name="Google Shape;6234;p16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235" name="Google Shape;6235;p16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236" name="Google Shape;6236;p16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6237" name="Google Shape;6237;p1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1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42" name="Google Shape;6242;p16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6243" name="Google Shape;6243;p1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1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1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48" name="Google Shape;6248;p16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6249" name="Google Shape;6249;p1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1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54" name="Google Shape;6254;p16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6255" name="Google Shape;6255;p16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16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16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6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6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0" name="Google Shape;6260;p16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6261" name="Google Shape;6261;p16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16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3" name="Google Shape;6263;p16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6264" name="Google Shape;6264;p16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16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6" name="Google Shape;6266;p16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6267" name="Google Shape;6267;p16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16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6269" name="Shape 62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6270" name="Shape 6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1" name="Google Shape;6271;p16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6272" name="Google Shape;6272;p16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16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74" name="Google Shape;6274;p16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6275" name="Google Shape;6275;p16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16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77" name="Google Shape;6277;p16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6278" name="Google Shape;6278;p1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1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1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1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1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3" name="Google Shape;6283;p16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6284" name="Google Shape;6284;p1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1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89" name="Google Shape;6289;p16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6290" name="Google Shape;6290;p16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6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6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6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6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95" name="Google Shape;6295;p16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296" name="Google Shape;6296;p16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297" name="Google Shape;6297;p16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298" name="Google Shape;6298;p16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299" name="Google Shape;6299;p16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300" name="Google Shape;6300;p16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6301" name="Google Shape;6301;p16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02" name="Google Shape;6302;p16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03" name="Google Shape;6303;p16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04" name="Google Shape;6304;p16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05" name="Google Shape;6305;p16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06" name="Google Shape;6306;p16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07" name="Google Shape;6307;p16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08" name="Google Shape;6308;p16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09" name="Google Shape;6309;p16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10" name="Google Shape;6310;p16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11" name="Google Shape;6311;p16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312" name="Google Shape;6312;p16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13" name="Google Shape;6313;p16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6314" name="Shape 6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15" name="Google Shape;6315;p16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6316" name="Google Shape;6316;p1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21" name="Google Shape;6321;p16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6322" name="Google Shape;6322;p1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27" name="Google Shape;6327;p16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6328" name="Google Shape;6328;p1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33" name="Google Shape;6333;p16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6334" name="Google Shape;6334;p16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6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6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6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6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39" name="Google Shape;6339;p16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6340" name="Google Shape;6340;p1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42" name="Google Shape;6342;p16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6343" name="Google Shape;6343;p1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45" name="Google Shape;6345;p16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6346" name="Google Shape;6346;p16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6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48" name="Google Shape;6348;p16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349" name="Google Shape;6349;p16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6350" name="Shape 6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51" name="Google Shape;6351;p16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6352" name="Google Shape;6352;p16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6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6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6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6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57" name="Google Shape;6357;p16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6358" name="Google Shape;6358;p16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6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6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6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6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63" name="Google Shape;6363;p16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6364" name="Google Shape;6364;p16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16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66" name="Google Shape;6366;p16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6367" name="Google Shape;6367;p16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6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69" name="Google Shape;6369;p16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6370" name="Google Shape;6370;p16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6371" name="Google Shape;6371;p16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6372" name="Google Shape;6372;p16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6373" name="Google Shape;6373;p16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6374" name="Google Shape;6374;p16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6375" name="Google Shape;6375;p16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6376" name="Shape 6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77" name="Google Shape;6377;p17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6378" name="Google Shape;6378;p1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3" name="Google Shape;6383;p17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6384" name="Google Shape;6384;p1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1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9" name="Google Shape;6389;p17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6390" name="Google Shape;6390;p1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1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1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1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95" name="Google Shape;6395;p17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6396" name="Google Shape;6396;p1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98" name="Google Shape;6398;p17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6399" name="Google Shape;6399;p1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01" name="Google Shape;6401;p17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6402" name="Google Shape;6402;p1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04" name="Google Shape;6404;p17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405" name="Google Shape;6405;p17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6406" name="Shape 6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7" name="Google Shape;6407;p17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6408" name="Google Shape;6408;p1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13" name="Google Shape;6413;p17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6414" name="Google Shape;6414;p1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19" name="Google Shape;6419;p17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6420" name="Google Shape;6420;p17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7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7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7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7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25" name="Google Shape;6425;p17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6426" name="Google Shape;6426;p17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7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28" name="Google Shape;6428;p17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6429" name="Google Shape;6429;p17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7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31" name="Google Shape;6431;p17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432" name="Google Shape;6432;p17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6433" name="Shape 6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4" name="Google Shape;6434;p17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6435" name="Google Shape;6435;p1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40" name="Google Shape;6440;p17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6441" name="Google Shape;6441;p1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46" name="Google Shape;6446;p17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6447" name="Google Shape;6447;p1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52" name="Google Shape;6452;p17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6453" name="Google Shape;6453;p1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58" name="Google Shape;6458;p17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6459" name="Google Shape;6459;p1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1" name="Google Shape;6461;p17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6462" name="Google Shape;6462;p1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4" name="Google Shape;6464;p17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6465" name="Google Shape;6465;p1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67" name="Google Shape;6467;p17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468" name="Google Shape;6468;p17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6469" name="Shape 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0" name="Google Shape;6470;p17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6471" name="Google Shape;6471;p1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76" name="Google Shape;6476;p17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6477" name="Google Shape;6477;p1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82" name="Google Shape;6482;p17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6483" name="Google Shape;6483;p17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7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7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7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7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88" name="Google Shape;6488;p17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6489" name="Google Shape;6489;p1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91" name="Google Shape;6491;p17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6492" name="Google Shape;6492;p17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7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94" name="Google Shape;6494;p17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495" name="Google Shape;6495;p17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6496" name="Shape 6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7" name="Google Shape;6497;p17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6498" name="Google Shape;6498;p17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6499" name="Google Shape;6499;p1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04" name="Google Shape;6504;p17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6505" name="Google Shape;6505;p1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10" name="Google Shape;6510;p17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6511" name="Google Shape;6511;p17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7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7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7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7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16" name="Google Shape;6516;p17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6517" name="Google Shape;6517;p17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7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6519" name="Shape 6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0" name="Google Shape;6520;p17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6521" name="Google Shape;6521;p1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26" name="Google Shape;6526;p17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6527" name="Google Shape;6527;p1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2" name="Google Shape;6532;p17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6533" name="Google Shape;6533;p1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8" name="Google Shape;6538;p17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6539" name="Google Shape;6539;p1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41" name="Google Shape;6541;p17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6542" name="Google Shape;6542;p17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7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44" name="Google Shape;6544;p17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6545" name="Google Shape;6545;p17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7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7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7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7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50" name="Google Shape;6550;p17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6551" name="Shape 6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2" name="Google Shape;6552;p17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6553" name="Google Shape;6553;p1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58" name="Google Shape;6558;p17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6559" name="Google Shape;6559;p1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61" name="Google Shape;6561;p17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562" name="Google Shape;6562;p17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563" name="Google Shape;6563;p17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64" name="Google Shape;6564;p17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65" name="Google Shape;6565;p17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6566" name="Google Shape;6566;p17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6567" name="Google Shape;6567;p17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7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69" name="Google Shape;6569;p17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6570" name="Google Shape;6570;p17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7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7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7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7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6575" name="Shape 6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6" name="Google Shape;6576;p17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6577" name="Google Shape;6577;p1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82" name="Google Shape;6582;p17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6583" name="Google Shape;6583;p1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88" name="Google Shape;6588;p17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6589" name="Google Shape;6589;p1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94" name="Google Shape;6594;p17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6595" name="Google Shape;6595;p1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00" name="Google Shape;6600;p17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6601" name="Google Shape;6601;p1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03" name="Google Shape;6603;p17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6604" name="Google Shape;6604;p1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06" name="Google Shape;6606;p17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6607" name="Google Shape;6607;p1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9" name="Google Shape;6609;p17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610" name="Google Shape;6610;p17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6611" name="Google Shape;6611;p17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6612" name="Google Shape;6612;p17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613" name="Google Shape;6613;p17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6614" name="Shape 6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5" name="Google Shape;6615;p17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6616" name="Google Shape;6616;p1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21" name="Google Shape;6621;p17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6622" name="Google Shape;6622;p1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27" name="Google Shape;6627;p17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6628" name="Google Shape;6628;p1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3" name="Google Shape;6633;p17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6634" name="Google Shape;6634;p1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9" name="Google Shape;6639;p17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6640" name="Google Shape;6640;p1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42" name="Google Shape;6642;p17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6643" name="Google Shape;6643;p1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45" name="Google Shape;6645;p17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646" name="Google Shape;6646;p17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647" name="Google Shape;6647;p17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648" name="Google Shape;6648;p17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49" name="Google Shape;6649;p17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6650" name="Shape 6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1" name="Google Shape;6651;p17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6652" name="Google Shape;6652;p1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57" name="Google Shape;6657;p17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6658" name="Google Shape;6658;p1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63" name="Google Shape;6663;p17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6664" name="Google Shape;6664;p1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69" name="Google Shape;6669;p17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6670" name="Google Shape;6670;p1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72" name="Google Shape;6672;p17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6673" name="Google Shape;6673;p1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75" name="Google Shape;6675;p17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6676" name="Google Shape;6676;p1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78" name="Google Shape;6678;p17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679" name="Google Shape;6679;p17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680" name="Google Shape;6680;p17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6681" name="Shape 6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82" name="Google Shape;6682;p18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6683" name="Google Shape;6683;p1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88" name="Google Shape;6688;p18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6689" name="Google Shape;6689;p1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94" name="Google Shape;6694;p18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6695" name="Google Shape;6695;p1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00" name="Google Shape;6700;p18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6701" name="Google Shape;6701;p1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06" name="Google Shape;6706;p18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6707" name="Google Shape;6707;p1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09" name="Google Shape;6709;p18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6710" name="Google Shape;6710;p1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12" name="Google Shape;6712;p18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713" name="Google Shape;6713;p18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714" name="Google Shape;6714;p18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715" name="Google Shape;6715;p18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16" name="Google Shape;6716;p18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17" name="Google Shape;6717;p18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18" name="Google Shape;6718;p18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6719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18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6721" name="Google Shape;6721;p1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26" name="Google Shape;6726;p18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6727" name="Google Shape;6727;p1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32" name="Google Shape;6732;p18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6733" name="Google Shape;6733;p1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38" name="Google Shape;6738;p18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6739" name="Google Shape;6739;p1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44" name="Google Shape;6744;p18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6745" name="Google Shape;6745;p1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47" name="Google Shape;6747;p18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6748" name="Google Shape;6748;p1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50" name="Google Shape;6750;p18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751" name="Google Shape;6751;p18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2" name="Google Shape;6752;p18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3" name="Google Shape;6753;p18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4" name="Google Shape;6754;p18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5" name="Google Shape;6755;p18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6" name="Google Shape;6756;p18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7" name="Google Shape;6757;p18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8" name="Google Shape;6758;p18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6759" name="Shape 6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0" name="Google Shape;6760;p18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6761" name="Google Shape;6761;p1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66" name="Google Shape;6766;p18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6767" name="Google Shape;6767;p1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72" name="Google Shape;6772;p18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6773" name="Google Shape;6773;p1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78" name="Google Shape;6778;p18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6779" name="Google Shape;6779;p1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84" name="Google Shape;6784;p18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6785" name="Google Shape;6785;p1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87" name="Google Shape;6787;p18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6788" name="Google Shape;6788;p1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90" name="Google Shape;6790;p18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791" name="Google Shape;6791;p18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92" name="Google Shape;6792;p18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93" name="Google Shape;6793;p18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94" name="Google Shape;6794;p18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95" name="Google Shape;6795;p18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96" name="Google Shape;6796;p18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97" name="Google Shape;6797;p18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98" name="Google Shape;6798;p18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99" name="Google Shape;6799;p18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00" name="Google Shape;6800;p18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01" name="Google Shape;6801;p18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02" name="Google Shape;6802;p18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6803" name="Shape 6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04" name="Google Shape;6804;p18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6805" name="Google Shape;6805;p1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07" name="Google Shape;6807;p18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808" name="Google Shape;6808;p18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09" name="Google Shape;6809;p18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6810" name="Google Shape;6810;p18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6811" name="Google Shape;6811;p1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16" name="Google Shape;6816;p18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6817" name="Google Shape;6817;p1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22" name="Google Shape;6822;p18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6823" name="Google Shape;6823;p1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28" name="Google Shape;6828;p18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6829" name="Google Shape;6829;p1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4" name="Google Shape;6834;p18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6835" name="Google Shape;6835;p1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7" name="Google Shape;6837;p18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6838" name="Google Shape;6838;p1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40" name="Google Shape;6840;p18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6841" name="Google Shape;6841;p1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6846" name="Shape 6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7" name="Google Shape;6847;p18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6848" name="Google Shape;6848;p1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53" name="Google Shape;6853;p18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6854" name="Google Shape;6854;p1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59" name="Google Shape;6859;p18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6860" name="Google Shape;6860;p1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65" name="Google Shape;6865;p18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6866" name="Google Shape;6866;p1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71" name="Google Shape;6871;p18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6872" name="Google Shape;6872;p1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74" name="Google Shape;6874;p18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6875" name="Google Shape;6875;p1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6877" name="Shape 6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8" name="Google Shape;6878;p18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6879" name="Google Shape;6879;p1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1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1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84" name="Google Shape;6884;p18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6885" name="Google Shape;6885;p1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90" name="Google Shape;6890;p18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6891" name="Google Shape;6891;p1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93" name="Google Shape;6893;p18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6894" name="Google Shape;6894;p1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99" name="Google Shape;6899;p18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6900" name="Google Shape;6900;p1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05" name="Google Shape;6905;p18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6906" name="Google Shape;6906;p1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6908" name="Shape 6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09" name="Google Shape;6909;p18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6910" name="Google Shape;6910;p1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15" name="Google Shape;6915;p18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6916" name="Google Shape;6916;p1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21" name="Google Shape;6921;p18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6922" name="Google Shape;6922;p1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27" name="Google Shape;6927;p18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6928" name="Google Shape;6928;p18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8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8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8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8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3" name="Google Shape;6933;p18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6934" name="Google Shape;6934;p18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8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6" name="Google Shape;6936;p18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6937" name="Google Shape;6937;p18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8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9" name="Google Shape;6939;p18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6940" name="Google Shape;6940;p18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8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946" name="Shape 6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47" name="Google Shape;6947;p70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6948" name="Google Shape;6948;p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50" name="Google Shape;6950;p70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6951" name="Google Shape;6951;p7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7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53" name="Google Shape;6953;p70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6954" name="Google Shape;6954;p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59" name="Google Shape;6959;p70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6960" name="Google Shape;6960;p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65" name="Google Shape;6965;p70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6966" name="Google Shape;6966;p7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7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7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7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7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71" name="Google Shape;6971;p70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972" name="Google Shape;6972;p70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973" name="Shape 6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74" name="Google Shape;6974;p27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6975" name="Google Shape;6975;p2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2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77" name="Google Shape;6977;p27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6978" name="Google Shape;6978;p2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2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0" name="Google Shape;6980;p27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6981" name="Google Shape;6981;p2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2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3" name="Google Shape;6983;p27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6984" name="Google Shape;6984;p27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27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6" name="Google Shape;6986;p27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6987" name="Google Shape;6987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92" name="Google Shape;6992;p27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6993" name="Google Shape;6993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98" name="Google Shape;6998;p27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6999" name="Google Shape;6999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04" name="Google Shape;7004;p27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7005" name="Google Shape;7005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0" name="Google Shape;7010;p27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7011" name="Google Shape;7011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6" name="Google Shape;7016;p27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7017" name="Google Shape;7017;p27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27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27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27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27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22" name="Google Shape;7022;p27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023" name="Google Shape;7023;p27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7024" name="Shape 7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5" name="Google Shape;7025;p27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7026" name="Google Shape;7026;p2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2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28" name="Google Shape;7028;p27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7029" name="Google Shape;7029;p2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2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31" name="Google Shape;7031;p27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7032" name="Google Shape;7032;p27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27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34" name="Google Shape;7034;p27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7035" name="Google Shape;7035;p2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2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2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2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2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40" name="Google Shape;7040;p27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7041" name="Google Shape;7041;p2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2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2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2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2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46" name="Google Shape;7046;p27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7047" name="Google Shape;7047;p2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2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2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2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2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52" name="Google Shape;7052;p27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7053" name="Google Shape;7053;p27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27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27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27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27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58" name="Google Shape;7058;p27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059" name="Google Shape;7059;p27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60" name="Google Shape;7060;p27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7061" name="Shape 7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62" name="Google Shape;7062;p279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7063" name="Google Shape;7063;p2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2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2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2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2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68" name="Google Shape;7068;p279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7069" name="Google Shape;7069;p2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2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2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2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2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74" name="Google Shape;7074;p279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7075" name="Google Shape;7075;p27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27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27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27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27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80" name="Google Shape;7080;p279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7081" name="Google Shape;7081;p2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2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83" name="Google Shape;7083;p279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7084" name="Google Shape;7084;p27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27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86" name="Google Shape;7086;p279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87" name="Google Shape;7087;p279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88" name="Google Shape;7088;p279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089" name="Google Shape;7089;p279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90" name="Google Shape;7090;p279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091" name="Shape 7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2" name="Google Shape;7092;p28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7093" name="Google Shape;7093;p2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2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2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2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2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98" name="Google Shape;7098;p28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7099" name="Google Shape;7099;p2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2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2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2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2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04" name="Google Shape;7104;p28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7105" name="Google Shape;7105;p28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28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28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28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28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10" name="Google Shape;7110;p28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7111" name="Google Shape;7111;p2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2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13" name="Google Shape;7113;p28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7114" name="Google Shape;7114;p28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28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16" name="Google Shape;7116;p28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117" name="Shape 7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8" name="Google Shape;7118;p28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7119" name="Google Shape;7119;p28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7120" name="Google Shape;7120;p2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2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2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2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2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25" name="Google Shape;7125;p28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7126" name="Google Shape;7126;p2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2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2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2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2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1" name="Google Shape;7131;p28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7132" name="Google Shape;7132;p28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28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28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28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28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7" name="Google Shape;7137;p28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7138" name="Google Shape;7138;p2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2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0" name="Google Shape;7140;p28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7141" name="Google Shape;7141;p28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28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43" name="Google Shape;7143;p28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144" name="Shape 7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45" name="Google Shape;7145;p28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7146" name="Google Shape;7146;p2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2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8" name="Google Shape;7148;p28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7149" name="Google Shape;7149;p28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28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1" name="Google Shape;7151;p28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7152" name="Google Shape;7152;p2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2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2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2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2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7" name="Google Shape;7157;p28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7158" name="Google Shape;7158;p2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2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2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2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2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63" name="Google Shape;7163;p28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7164" name="Google Shape;7164;p2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2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2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2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2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69" name="Google Shape;7169;p28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7170" name="Google Shape;7170;p28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28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28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28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28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75" name="Google Shape;7175;p28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176" name="Shape 7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7" name="Google Shape;7177;p28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7178" name="Google Shape;7178;p2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2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0" name="Google Shape;7180;p28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7181" name="Google Shape;7181;p28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28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3" name="Google Shape;7183;p28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7184" name="Google Shape;7184;p2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2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2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2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2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9" name="Google Shape;7189;p28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7190" name="Google Shape;7190;p28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28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28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28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28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95" name="Google Shape;7195;p28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196" name="Google Shape;7196;p28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197" name="Shape 7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" name="Google Shape;7198;p28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9" name="Google Shape;7199;p28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7200" name="Google Shape;7200;p28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7201" name="Google Shape;7201;p2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2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2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2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2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06" name="Google Shape;7206;p28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7207" name="Google Shape;7207;p2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2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2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2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2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12" name="Google Shape;7212;p28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7213" name="Google Shape;7213;p28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28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28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28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28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18" name="Google Shape;7218;p28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7219" name="Google Shape;7219;p2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2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21" name="Google Shape;7221;p28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7222" name="Google Shape;7222;p28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28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224" name="Shape 7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5" name="Google Shape;7225;p28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226" name="Google Shape;7226;p28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7227" name="Google Shape;7227;p28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7228" name="Google Shape;7228;p2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2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2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2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2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33" name="Google Shape;7233;p28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7234" name="Google Shape;7234;p2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2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2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2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2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39" name="Google Shape;7239;p28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7240" name="Google Shape;7240;p2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2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2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2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2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45" name="Google Shape;7245;p28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7246" name="Google Shape;7246;p28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28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28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28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28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1" name="Google Shape;7251;p28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7252" name="Google Shape;7252;p2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2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4" name="Google Shape;7254;p28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7255" name="Google Shape;7255;p2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2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57" name="Google Shape;7257;p28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7258" name="Google Shape;7258;p28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28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7260" name="Shape 726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7261" name="Shape 7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62" name="Google Shape;7262;p28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7263" name="Google Shape;7263;p2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2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65" name="Google Shape;7265;p28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7266" name="Google Shape;7266;p2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2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68" name="Google Shape;7268;p28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7269" name="Google Shape;7269;p2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2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2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2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2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74" name="Google Shape;7274;p28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7275" name="Google Shape;7275;p2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2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2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2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2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80" name="Google Shape;7280;p28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7281" name="Google Shape;7281;p2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2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2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2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2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86" name="Google Shape;7286;p28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87" name="Google Shape;7287;p28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88" name="Google Shape;7288;p28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89" name="Google Shape;7289;p28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90" name="Google Shape;7290;p28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91" name="Google Shape;7291;p28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7292" name="Google Shape;7292;p28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93" name="Google Shape;7293;p28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94" name="Google Shape;7294;p28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95" name="Google Shape;7295;p28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96" name="Google Shape;7296;p28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97" name="Google Shape;7297;p28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98" name="Google Shape;7298;p28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99" name="Google Shape;7299;p28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0" name="Google Shape;7300;p28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301" name="Google Shape;7301;p28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2" name="Google Shape;7302;p28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303" name="Google Shape;7303;p28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4" name="Google Shape;7304;p28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7305" name="Shape 7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6" name="Google Shape;7306;p28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7307" name="Google Shape;7307;p2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2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2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2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2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12" name="Google Shape;7312;p28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7313" name="Google Shape;7313;p2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2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2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2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2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18" name="Google Shape;7318;p28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7319" name="Google Shape;7319;p2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2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2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2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2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24" name="Google Shape;7324;p28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7325" name="Google Shape;7325;p2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2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2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2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2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30" name="Google Shape;7330;p28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7331" name="Google Shape;7331;p2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2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33" name="Google Shape;7333;p28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7334" name="Google Shape;7334;p2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2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36" name="Google Shape;7336;p28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7337" name="Google Shape;7337;p2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2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39" name="Google Shape;7339;p28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340" name="Google Shape;7340;p28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7341" name="Shape 7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42" name="Google Shape;7342;p28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7343" name="Google Shape;7343;p2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2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2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2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2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48" name="Google Shape;7348;p28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7349" name="Google Shape;7349;p2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2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2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2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2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54" name="Google Shape;7354;p28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7355" name="Google Shape;7355;p2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2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57" name="Google Shape;7357;p28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7358" name="Google Shape;7358;p2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2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60" name="Google Shape;7360;p28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7361" name="Google Shape;7361;p28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2" name="Google Shape;7362;p28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7363" name="Google Shape;7363;p28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4" name="Google Shape;7364;p28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7365" name="Google Shape;7365;p28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6" name="Google Shape;7366;p28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7367" name="Shape 7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68" name="Google Shape;7368;p29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7369" name="Google Shape;7369;p2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2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2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2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2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74" name="Google Shape;7374;p29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7375" name="Google Shape;7375;p2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2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2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2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2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0" name="Google Shape;7380;p29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7381" name="Google Shape;7381;p2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2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2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2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2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6" name="Google Shape;7386;p29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7387" name="Google Shape;7387;p2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2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89" name="Google Shape;7389;p29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7390" name="Google Shape;7390;p2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2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92" name="Google Shape;7392;p29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7393" name="Google Shape;7393;p2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2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95" name="Google Shape;7395;p29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396" name="Google Shape;7396;p29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7397" name="Shape 7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8" name="Google Shape;7398;p29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7399" name="Google Shape;7399;p2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2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2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2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2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04" name="Google Shape;7404;p29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7405" name="Google Shape;7405;p2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2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2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2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2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0" name="Google Shape;7410;p29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7411" name="Google Shape;7411;p2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2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2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2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2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6" name="Google Shape;7416;p29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7417" name="Google Shape;7417;p2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2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9" name="Google Shape;7419;p29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7420" name="Google Shape;7420;p2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2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22" name="Google Shape;7422;p29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423" name="Google Shape;7423;p29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7424" name="Shape 7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25" name="Google Shape;7425;p29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7426" name="Google Shape;7426;p2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2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2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2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2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31" name="Google Shape;7431;p29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7432" name="Google Shape;7432;p2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2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2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2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2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37" name="Google Shape;7437;p29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7438" name="Google Shape;7438;p2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2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2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2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2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43" name="Google Shape;7443;p29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7444" name="Google Shape;7444;p2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2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2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2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2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49" name="Google Shape;7449;p29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7450" name="Google Shape;7450;p2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2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52" name="Google Shape;7452;p29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7453" name="Google Shape;7453;p2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2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55" name="Google Shape;7455;p29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7456" name="Google Shape;7456;p2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2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58" name="Google Shape;7458;p29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459" name="Google Shape;7459;p29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7460" name="Shape 7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1" name="Google Shape;7461;p29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7462" name="Google Shape;7462;p2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2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2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2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2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67" name="Google Shape;7467;p29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7468" name="Google Shape;7468;p2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2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2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2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2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73" name="Google Shape;7473;p29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7474" name="Google Shape;7474;p2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2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2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2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2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79" name="Google Shape;7479;p29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7480" name="Google Shape;7480;p2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2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82" name="Google Shape;7482;p29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7483" name="Google Shape;7483;p2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2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85" name="Google Shape;7485;p29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486" name="Google Shape;7486;p29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7487" name="Shape 7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8" name="Google Shape;7488;p29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7489" name="Google Shape;7489;p29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7490" name="Google Shape;7490;p2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2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2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2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2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95" name="Google Shape;7495;p29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7496" name="Google Shape;7496;p2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2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2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2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2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01" name="Google Shape;7501;p29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7502" name="Google Shape;7502;p2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2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2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2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2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07" name="Google Shape;7507;p29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7508" name="Google Shape;7508;p29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29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7510" name="Shape 7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11" name="Google Shape;7511;p29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7512" name="Google Shape;7512;p2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2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2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2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2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17" name="Google Shape;7517;p29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7518" name="Google Shape;7518;p2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2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2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2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2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23" name="Google Shape;7523;p29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7524" name="Google Shape;7524;p2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2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2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2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2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29" name="Google Shape;7529;p29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7530" name="Google Shape;7530;p2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2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32" name="Google Shape;7532;p29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7533" name="Google Shape;7533;p2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2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35" name="Google Shape;7535;p29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7536" name="Google Shape;7536;p2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2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2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2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2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41" name="Google Shape;7541;p29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7542" name="Shape 7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43" name="Google Shape;7543;p29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7544" name="Google Shape;7544;p2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2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2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2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2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49" name="Google Shape;7549;p29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7550" name="Google Shape;7550;p29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29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52" name="Google Shape;7552;p29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553" name="Google Shape;7553;p29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554" name="Google Shape;7554;p29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55" name="Google Shape;7555;p29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56" name="Google Shape;7556;p29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7557" name="Google Shape;7557;p29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7558" name="Google Shape;7558;p29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29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60" name="Google Shape;7560;p29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7561" name="Google Shape;7561;p29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29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29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29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29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7566" name="Shape 7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67" name="Google Shape;7567;p29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7568" name="Google Shape;7568;p2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2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2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2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2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73" name="Google Shape;7573;p29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7574" name="Google Shape;7574;p2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2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2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2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2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79" name="Google Shape;7579;p29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7580" name="Google Shape;7580;p2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2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2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2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2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85" name="Google Shape;7585;p29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7586" name="Google Shape;7586;p2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2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2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2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2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1" name="Google Shape;7591;p29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7592" name="Google Shape;7592;p2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2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4" name="Google Shape;7594;p29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7595" name="Google Shape;7595;p2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2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7" name="Google Shape;7597;p29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7598" name="Google Shape;7598;p2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2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00" name="Google Shape;7600;p29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601" name="Google Shape;7601;p29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7602" name="Google Shape;7602;p29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7603" name="Google Shape;7603;p29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604" name="Google Shape;7604;p29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7605" name="Shape 7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06" name="Google Shape;7606;p29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7607" name="Google Shape;7607;p2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2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2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2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2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12" name="Google Shape;7612;p29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7613" name="Google Shape;7613;p2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2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2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2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2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18" name="Google Shape;7618;p29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7619" name="Google Shape;7619;p2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2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2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2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2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24" name="Google Shape;7624;p29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7625" name="Google Shape;7625;p2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2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2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2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2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30" name="Google Shape;7630;p29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7631" name="Google Shape;7631;p2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2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33" name="Google Shape;7633;p29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7634" name="Google Shape;7634;p2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2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36" name="Google Shape;7636;p29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637" name="Google Shape;7637;p29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638" name="Google Shape;7638;p29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639" name="Google Shape;7639;p29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640" name="Google Shape;7640;p29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7641" name="Shape 7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42" name="Google Shape;7642;p29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7643" name="Google Shape;7643;p2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2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2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2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2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48" name="Google Shape;7648;p29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7649" name="Google Shape;7649;p2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2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2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2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2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29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7655" name="Google Shape;7655;p2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2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2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2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2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60" name="Google Shape;7660;p29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7661" name="Google Shape;7661;p2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2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63" name="Google Shape;7663;p29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7664" name="Google Shape;7664;p2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2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66" name="Google Shape;7666;p29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7667" name="Google Shape;7667;p2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2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69" name="Google Shape;7669;p29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670" name="Google Shape;7670;p29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671" name="Google Shape;7671;p29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7672" name="Shape 7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3" name="Google Shape;7673;p30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7674" name="Google Shape;7674;p3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3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3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3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3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79" name="Google Shape;7679;p30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7680" name="Google Shape;7680;p3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3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3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3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3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5" name="Google Shape;7685;p30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7686" name="Google Shape;7686;p3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3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3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3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3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91" name="Google Shape;7691;p30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7692" name="Google Shape;7692;p3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3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3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3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3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97" name="Google Shape;7697;p30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7698" name="Google Shape;7698;p3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3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00" name="Google Shape;7700;p30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7701" name="Google Shape;7701;p3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3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03" name="Google Shape;7703;p30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704" name="Google Shape;7704;p30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705" name="Google Shape;7705;p30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706" name="Google Shape;7706;p30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07" name="Google Shape;7707;p30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08" name="Google Shape;7708;p30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09" name="Google Shape;7709;p30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7710" name="Shape 7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11" name="Google Shape;7711;p30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7712" name="Google Shape;7712;p3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3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3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3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3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17" name="Google Shape;7717;p30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7718" name="Google Shape;7718;p3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3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3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3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3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23" name="Google Shape;7723;p30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7724" name="Google Shape;7724;p3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3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3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3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3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29" name="Google Shape;7729;p30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7730" name="Google Shape;7730;p3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3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3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3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3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35" name="Google Shape;7735;p30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7736" name="Google Shape;7736;p3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3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38" name="Google Shape;7738;p30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7739" name="Google Shape;7739;p3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3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41" name="Google Shape;7741;p30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742" name="Google Shape;7742;p30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43" name="Google Shape;7743;p30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44" name="Google Shape;7744;p30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45" name="Google Shape;7745;p30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46" name="Google Shape;7746;p30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47" name="Google Shape;7747;p30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48" name="Google Shape;7748;p30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49" name="Google Shape;7749;p30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7750" name="Shape 7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51" name="Google Shape;7751;p30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7752" name="Google Shape;7752;p3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3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3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3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3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57" name="Google Shape;7757;p30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7758" name="Google Shape;7758;p3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3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3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3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3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63" name="Google Shape;7763;p30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7764" name="Google Shape;7764;p3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3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3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3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3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69" name="Google Shape;7769;p30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7770" name="Google Shape;7770;p3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3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3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3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3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75" name="Google Shape;7775;p30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7776" name="Google Shape;7776;p3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3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78" name="Google Shape;7778;p30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7779" name="Google Shape;7779;p3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3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81" name="Google Shape;7781;p30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782" name="Google Shape;7782;p30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83" name="Google Shape;7783;p30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84" name="Google Shape;7784;p30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85" name="Google Shape;7785;p30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86" name="Google Shape;7786;p30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87" name="Google Shape;7787;p30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88" name="Google Shape;7788;p30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89" name="Google Shape;7789;p30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90" name="Google Shape;7790;p30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791" name="Google Shape;7791;p30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92" name="Google Shape;7792;p30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93" name="Google Shape;7793;p30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7794" name="Shape 7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95" name="Google Shape;7795;p30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7796" name="Google Shape;7796;p3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3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98" name="Google Shape;7798;p30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799" name="Google Shape;7799;p30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00" name="Google Shape;7800;p30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7801" name="Google Shape;7801;p30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7802" name="Google Shape;7802;p3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3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3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3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3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07" name="Google Shape;7807;p30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7808" name="Google Shape;7808;p3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3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3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3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3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13" name="Google Shape;7813;p30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7814" name="Google Shape;7814;p3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3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3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3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3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30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7820" name="Google Shape;7820;p3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3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3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3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3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5" name="Google Shape;7825;p30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7826" name="Google Shape;7826;p3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3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8" name="Google Shape;7828;p30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7829" name="Google Shape;7829;p3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3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31" name="Google Shape;7831;p30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7832" name="Google Shape;7832;p3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3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3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3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3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7837" name="Shape 7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38" name="Google Shape;7838;p30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7839" name="Google Shape;7839;p3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3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3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3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3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44" name="Google Shape;7844;p30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7845" name="Google Shape;7845;p3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3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3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3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3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50" name="Google Shape;7850;p30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7851" name="Google Shape;7851;p3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3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3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3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3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56" name="Google Shape;7856;p30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7857" name="Google Shape;7857;p3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3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3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3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3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62" name="Google Shape;7862;p30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7863" name="Google Shape;7863;p30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30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65" name="Google Shape;7865;p30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7866" name="Google Shape;7866;p30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30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7868" name="Shape 7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69" name="Google Shape;7869;p30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7870" name="Google Shape;7870;p3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3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3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3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3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75" name="Google Shape;7875;p30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7876" name="Google Shape;7876;p3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3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3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3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3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1" name="Google Shape;7881;p30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7882" name="Google Shape;7882;p3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3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4" name="Google Shape;7884;p30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7885" name="Google Shape;7885;p3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3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3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3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3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0" name="Google Shape;7890;p30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7891" name="Google Shape;7891;p3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3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3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3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3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6" name="Google Shape;7896;p30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7897" name="Google Shape;7897;p3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3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7899" name="Shape 7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00" name="Google Shape;7900;p30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7901" name="Google Shape;7901;p3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3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3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3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3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06" name="Google Shape;7906;p30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7907" name="Google Shape;7907;p3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3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3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3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3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12" name="Google Shape;7912;p30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7913" name="Google Shape;7913;p3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3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3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3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3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18" name="Google Shape;7918;p30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7919" name="Google Shape;7919;p3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3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3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3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3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24" name="Google Shape;7924;p30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7925" name="Google Shape;7925;p3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3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27" name="Google Shape;7927;p30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7928" name="Google Shape;7928;p3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3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30" name="Google Shape;7930;p30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7931" name="Google Shape;7931;p3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3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937" name="Shape 7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38" name="Google Shape;7938;p72"/>
          <p:cNvGrpSpPr/>
          <p:nvPr/>
        </p:nvGrpSpPr>
        <p:grpSpPr>
          <a:xfrm>
            <a:off x="265869" y="2662664"/>
            <a:ext cx="204605" cy="264756"/>
            <a:chOff x="2390900" y="733575"/>
            <a:chExt cx="263700" cy="341225"/>
          </a:xfrm>
        </p:grpSpPr>
        <p:sp>
          <p:nvSpPr>
            <p:cNvPr id="7939" name="Google Shape;7939;p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41" name="Google Shape;7941;p72"/>
          <p:cNvGrpSpPr/>
          <p:nvPr/>
        </p:nvGrpSpPr>
        <p:grpSpPr>
          <a:xfrm>
            <a:off x="8838944" y="3293089"/>
            <a:ext cx="204605" cy="264756"/>
            <a:chOff x="2390900" y="733575"/>
            <a:chExt cx="263700" cy="341225"/>
          </a:xfrm>
        </p:grpSpPr>
        <p:sp>
          <p:nvSpPr>
            <p:cNvPr id="7942" name="Google Shape;7942;p7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7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44" name="Google Shape;7944;p72"/>
          <p:cNvGrpSpPr/>
          <p:nvPr/>
        </p:nvGrpSpPr>
        <p:grpSpPr>
          <a:xfrm rot="438638">
            <a:off x="-559861" y="3115828"/>
            <a:ext cx="1459141" cy="1334057"/>
            <a:chOff x="-40775" y="178450"/>
            <a:chExt cx="1061600" cy="970525"/>
          </a:xfrm>
        </p:grpSpPr>
        <p:sp>
          <p:nvSpPr>
            <p:cNvPr id="7945" name="Google Shape;7945;p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50" name="Google Shape;7950;p72"/>
          <p:cNvGrpSpPr/>
          <p:nvPr/>
        </p:nvGrpSpPr>
        <p:grpSpPr>
          <a:xfrm flipH="1" rot="-1797356">
            <a:off x="8091229" y="1755595"/>
            <a:ext cx="1608556" cy="1470606"/>
            <a:chOff x="-40775" y="178450"/>
            <a:chExt cx="1061600" cy="970525"/>
          </a:xfrm>
        </p:grpSpPr>
        <p:sp>
          <p:nvSpPr>
            <p:cNvPr id="7951" name="Google Shape;7951;p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56" name="Google Shape;7956;p72"/>
          <p:cNvGrpSpPr/>
          <p:nvPr/>
        </p:nvGrpSpPr>
        <p:grpSpPr>
          <a:xfrm flipH="1" rot="-434853">
            <a:off x="5919137" y="4306365"/>
            <a:ext cx="1459150" cy="1334077"/>
            <a:chOff x="-40775" y="178450"/>
            <a:chExt cx="1061600" cy="970525"/>
          </a:xfrm>
        </p:grpSpPr>
        <p:sp>
          <p:nvSpPr>
            <p:cNvPr id="7957" name="Google Shape;7957;p7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7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7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7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7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62" name="Google Shape;7962;p72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Karla"/>
              <a:buAutoNum type="arabicPeriod"/>
              <a:defRPr sz="16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2pPr>
            <a:lvl3pPr indent="-3048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roman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3pPr>
            <a:lvl4pPr indent="-3048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rabi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4pPr>
            <a:lvl5pPr indent="-3048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Karla Light"/>
              <a:buAutoNum type="alphaLcPeriod"/>
              <a:defRPr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defRPr>
            </a:lvl5pPr>
            <a:lvl6pPr indent="-3048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963" name="Google Shape;7963;p72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7964" name="Shape 7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65" name="Google Shape;7965;p187"/>
          <p:cNvGrpSpPr/>
          <p:nvPr/>
        </p:nvGrpSpPr>
        <p:grpSpPr>
          <a:xfrm>
            <a:off x="1176719" y="880889"/>
            <a:ext cx="204605" cy="264756"/>
            <a:chOff x="2390900" y="733575"/>
            <a:chExt cx="263700" cy="341225"/>
          </a:xfrm>
        </p:grpSpPr>
        <p:sp>
          <p:nvSpPr>
            <p:cNvPr id="7966" name="Google Shape;7966;p1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68" name="Google Shape;7968;p187"/>
          <p:cNvGrpSpPr/>
          <p:nvPr/>
        </p:nvGrpSpPr>
        <p:grpSpPr>
          <a:xfrm>
            <a:off x="7996294" y="3133826"/>
            <a:ext cx="204605" cy="264756"/>
            <a:chOff x="2390900" y="733575"/>
            <a:chExt cx="263700" cy="341225"/>
          </a:xfrm>
        </p:grpSpPr>
        <p:sp>
          <p:nvSpPr>
            <p:cNvPr id="7969" name="Google Shape;7969;p1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71" name="Google Shape;7971;p187"/>
          <p:cNvGrpSpPr/>
          <p:nvPr/>
        </p:nvGrpSpPr>
        <p:grpSpPr>
          <a:xfrm>
            <a:off x="4469694" y="410964"/>
            <a:ext cx="204605" cy="264756"/>
            <a:chOff x="2390900" y="733575"/>
            <a:chExt cx="263700" cy="341225"/>
          </a:xfrm>
        </p:grpSpPr>
        <p:sp>
          <p:nvSpPr>
            <p:cNvPr id="7972" name="Google Shape;7972;p1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rgbClr val="E848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74" name="Google Shape;7974;p187"/>
          <p:cNvGrpSpPr/>
          <p:nvPr/>
        </p:nvGrpSpPr>
        <p:grpSpPr>
          <a:xfrm>
            <a:off x="2728069" y="4467039"/>
            <a:ext cx="204605" cy="264756"/>
            <a:chOff x="2390900" y="733575"/>
            <a:chExt cx="263700" cy="341225"/>
          </a:xfrm>
        </p:grpSpPr>
        <p:sp>
          <p:nvSpPr>
            <p:cNvPr id="7975" name="Google Shape;7975;p18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8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77" name="Google Shape;7977;p187"/>
          <p:cNvGrpSpPr/>
          <p:nvPr/>
        </p:nvGrpSpPr>
        <p:grpSpPr>
          <a:xfrm rot="331996">
            <a:off x="-768171" y="141179"/>
            <a:ext cx="1703205" cy="1557096"/>
            <a:chOff x="-40775" y="178450"/>
            <a:chExt cx="1061600" cy="970525"/>
          </a:xfrm>
        </p:grpSpPr>
        <p:sp>
          <p:nvSpPr>
            <p:cNvPr id="7978" name="Google Shape;7978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83" name="Google Shape;7983;p187"/>
          <p:cNvGrpSpPr/>
          <p:nvPr/>
        </p:nvGrpSpPr>
        <p:grpSpPr>
          <a:xfrm rot="-1246932">
            <a:off x="-110360" y="1533539"/>
            <a:ext cx="1419689" cy="1297859"/>
            <a:chOff x="-40775" y="178450"/>
            <a:chExt cx="1061600" cy="970525"/>
          </a:xfrm>
        </p:grpSpPr>
        <p:sp>
          <p:nvSpPr>
            <p:cNvPr id="7984" name="Google Shape;7984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89" name="Google Shape;7989;p187"/>
          <p:cNvGrpSpPr/>
          <p:nvPr/>
        </p:nvGrpSpPr>
        <p:grpSpPr>
          <a:xfrm rot="1497810">
            <a:off x="1055509" y="3740797"/>
            <a:ext cx="1459181" cy="1334039"/>
            <a:chOff x="-40775" y="178450"/>
            <a:chExt cx="1061600" cy="970525"/>
          </a:xfrm>
        </p:grpSpPr>
        <p:sp>
          <p:nvSpPr>
            <p:cNvPr id="7990" name="Google Shape;7990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95" name="Google Shape;7995;p187"/>
          <p:cNvGrpSpPr/>
          <p:nvPr/>
        </p:nvGrpSpPr>
        <p:grpSpPr>
          <a:xfrm flipH="1" rot="-2233314">
            <a:off x="6184804" y="3812221"/>
            <a:ext cx="1302905" cy="1191187"/>
            <a:chOff x="-40775" y="178450"/>
            <a:chExt cx="1061600" cy="970525"/>
          </a:xfrm>
        </p:grpSpPr>
        <p:sp>
          <p:nvSpPr>
            <p:cNvPr id="7996" name="Google Shape;7996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01" name="Google Shape;8001;p187"/>
          <p:cNvGrpSpPr/>
          <p:nvPr/>
        </p:nvGrpSpPr>
        <p:grpSpPr>
          <a:xfrm flipH="1" rot="-257550">
            <a:off x="7768862" y="3730945"/>
            <a:ext cx="1814055" cy="1658538"/>
            <a:chOff x="-40775" y="178450"/>
            <a:chExt cx="1061600" cy="970525"/>
          </a:xfrm>
        </p:grpSpPr>
        <p:sp>
          <p:nvSpPr>
            <p:cNvPr id="8002" name="Google Shape;8002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07" name="Google Shape;8007;p187"/>
          <p:cNvGrpSpPr/>
          <p:nvPr/>
        </p:nvGrpSpPr>
        <p:grpSpPr>
          <a:xfrm flipH="1" rot="-1497759">
            <a:off x="6665439" y="-599490"/>
            <a:ext cx="1930377" cy="1764852"/>
            <a:chOff x="-40775" y="178450"/>
            <a:chExt cx="1061600" cy="970525"/>
          </a:xfrm>
        </p:grpSpPr>
        <p:sp>
          <p:nvSpPr>
            <p:cNvPr id="8008" name="Google Shape;8008;p18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8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8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8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8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13" name="Google Shape;8013;p187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latin typeface="Rubik ExtraBold"/>
                <a:ea typeface="Rubik ExtraBold"/>
                <a:cs typeface="Rubik ExtraBold"/>
                <a:sym typeface="Rubik Extra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8014" name="Google Shape;8014;p187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8015" name="Shape 8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6" name="Google Shape;8016;p188"/>
          <p:cNvGrpSpPr/>
          <p:nvPr/>
        </p:nvGrpSpPr>
        <p:grpSpPr>
          <a:xfrm>
            <a:off x="5824244" y="1121064"/>
            <a:ext cx="204605" cy="264756"/>
            <a:chOff x="2390900" y="733575"/>
            <a:chExt cx="263700" cy="341225"/>
          </a:xfrm>
        </p:grpSpPr>
        <p:sp>
          <p:nvSpPr>
            <p:cNvPr id="8017" name="Google Shape;8017;p1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1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19" name="Google Shape;8019;p188"/>
          <p:cNvGrpSpPr/>
          <p:nvPr/>
        </p:nvGrpSpPr>
        <p:grpSpPr>
          <a:xfrm>
            <a:off x="7732619" y="3384051"/>
            <a:ext cx="204605" cy="264756"/>
            <a:chOff x="2390900" y="733575"/>
            <a:chExt cx="263700" cy="341225"/>
          </a:xfrm>
        </p:grpSpPr>
        <p:sp>
          <p:nvSpPr>
            <p:cNvPr id="8020" name="Google Shape;8020;p1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1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22" name="Google Shape;8022;p188"/>
          <p:cNvGrpSpPr/>
          <p:nvPr/>
        </p:nvGrpSpPr>
        <p:grpSpPr>
          <a:xfrm>
            <a:off x="4143494" y="4467051"/>
            <a:ext cx="204605" cy="264756"/>
            <a:chOff x="2390900" y="733575"/>
            <a:chExt cx="263700" cy="341225"/>
          </a:xfrm>
        </p:grpSpPr>
        <p:sp>
          <p:nvSpPr>
            <p:cNvPr id="8023" name="Google Shape;8023;p18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18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25" name="Google Shape;8025;p188"/>
          <p:cNvGrpSpPr/>
          <p:nvPr/>
        </p:nvGrpSpPr>
        <p:grpSpPr>
          <a:xfrm flipH="1" rot="-1035751">
            <a:off x="4664069" y="3861573"/>
            <a:ext cx="1665289" cy="1522481"/>
            <a:chOff x="-40775" y="178450"/>
            <a:chExt cx="1061600" cy="970525"/>
          </a:xfrm>
        </p:grpSpPr>
        <p:sp>
          <p:nvSpPr>
            <p:cNvPr id="8026" name="Google Shape;8026;p1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1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1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1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1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31" name="Google Shape;8031;p188"/>
          <p:cNvGrpSpPr/>
          <p:nvPr/>
        </p:nvGrpSpPr>
        <p:grpSpPr>
          <a:xfrm flipH="1" rot="1078975">
            <a:off x="4383934" y="308472"/>
            <a:ext cx="1123379" cy="1027004"/>
            <a:chOff x="-40775" y="178450"/>
            <a:chExt cx="1061600" cy="970525"/>
          </a:xfrm>
        </p:grpSpPr>
        <p:sp>
          <p:nvSpPr>
            <p:cNvPr id="8032" name="Google Shape;8032;p1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1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1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1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1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37" name="Google Shape;8037;p188"/>
          <p:cNvGrpSpPr/>
          <p:nvPr/>
        </p:nvGrpSpPr>
        <p:grpSpPr>
          <a:xfrm flipH="1" rot="-3415621">
            <a:off x="5666274" y="-609525"/>
            <a:ext cx="1853546" cy="1694558"/>
            <a:chOff x="-40775" y="178450"/>
            <a:chExt cx="1061600" cy="970525"/>
          </a:xfrm>
        </p:grpSpPr>
        <p:sp>
          <p:nvSpPr>
            <p:cNvPr id="8038" name="Google Shape;8038;p1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1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1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1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1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43" name="Google Shape;8043;p188"/>
          <p:cNvGrpSpPr/>
          <p:nvPr/>
        </p:nvGrpSpPr>
        <p:grpSpPr>
          <a:xfrm flipH="1" rot="-1497731">
            <a:off x="8287955" y="2630914"/>
            <a:ext cx="2062223" cy="1885386"/>
            <a:chOff x="-40775" y="178450"/>
            <a:chExt cx="1061600" cy="970525"/>
          </a:xfrm>
        </p:grpSpPr>
        <p:sp>
          <p:nvSpPr>
            <p:cNvPr id="8044" name="Google Shape;8044;p18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18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18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18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18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49" name="Google Shape;8049;p188"/>
          <p:cNvSpPr txBox="1"/>
          <p:nvPr>
            <p:ph type="title"/>
          </p:nvPr>
        </p:nvSpPr>
        <p:spPr>
          <a:xfrm>
            <a:off x="713225" y="2356350"/>
            <a:ext cx="52431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050" name="Google Shape;8050;p188"/>
          <p:cNvSpPr txBox="1"/>
          <p:nvPr>
            <p:ph idx="1" type="subTitle"/>
          </p:nvPr>
        </p:nvSpPr>
        <p:spPr>
          <a:xfrm>
            <a:off x="713225" y="3298038"/>
            <a:ext cx="3059700" cy="70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51" name="Google Shape;8051;p188"/>
          <p:cNvSpPr txBox="1"/>
          <p:nvPr>
            <p:ph idx="2" type="title"/>
          </p:nvPr>
        </p:nvSpPr>
        <p:spPr>
          <a:xfrm>
            <a:off x="713225" y="1027663"/>
            <a:ext cx="1905600" cy="12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900"/>
              <a:buNone/>
              <a:defRPr sz="8900"/>
            </a:lvl9pPr>
          </a:lstStyle>
          <a:p/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8052" name="Shape 8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53" name="Google Shape;8053;p189"/>
          <p:cNvGrpSpPr/>
          <p:nvPr/>
        </p:nvGrpSpPr>
        <p:grpSpPr>
          <a:xfrm flipH="1" rot="-3294369">
            <a:off x="1235511" y="4163724"/>
            <a:ext cx="1712653" cy="1523854"/>
            <a:chOff x="-40775" y="178450"/>
            <a:chExt cx="1061600" cy="970525"/>
          </a:xfrm>
        </p:grpSpPr>
        <p:sp>
          <p:nvSpPr>
            <p:cNvPr id="8054" name="Google Shape;8054;p1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1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1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1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1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59" name="Google Shape;8059;p189"/>
          <p:cNvGrpSpPr/>
          <p:nvPr/>
        </p:nvGrpSpPr>
        <p:grpSpPr>
          <a:xfrm flipH="1" rot="-181726">
            <a:off x="4031720" y="-308257"/>
            <a:ext cx="1500863" cy="1335458"/>
            <a:chOff x="-40775" y="178450"/>
            <a:chExt cx="1061600" cy="970525"/>
          </a:xfrm>
        </p:grpSpPr>
        <p:sp>
          <p:nvSpPr>
            <p:cNvPr id="8060" name="Google Shape;8060;p1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1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1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1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1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65" name="Google Shape;8065;p189"/>
          <p:cNvGrpSpPr/>
          <p:nvPr/>
        </p:nvGrpSpPr>
        <p:grpSpPr>
          <a:xfrm flipH="1" rot="6475784">
            <a:off x="391868" y="4089432"/>
            <a:ext cx="936593" cy="833407"/>
            <a:chOff x="-40775" y="178450"/>
            <a:chExt cx="1061600" cy="970525"/>
          </a:xfrm>
        </p:grpSpPr>
        <p:sp>
          <p:nvSpPr>
            <p:cNvPr id="8066" name="Google Shape;8066;p18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18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18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18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18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71" name="Google Shape;8071;p189"/>
          <p:cNvGrpSpPr/>
          <p:nvPr/>
        </p:nvGrpSpPr>
        <p:grpSpPr>
          <a:xfrm>
            <a:off x="5719169" y="227101"/>
            <a:ext cx="204605" cy="264756"/>
            <a:chOff x="2390900" y="733575"/>
            <a:chExt cx="263700" cy="341225"/>
          </a:xfrm>
        </p:grpSpPr>
        <p:sp>
          <p:nvSpPr>
            <p:cNvPr id="8072" name="Google Shape;8072;p1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3" name="Google Shape;8073;p1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74" name="Google Shape;8074;p189"/>
          <p:cNvGrpSpPr/>
          <p:nvPr/>
        </p:nvGrpSpPr>
        <p:grpSpPr>
          <a:xfrm>
            <a:off x="3283769" y="4707826"/>
            <a:ext cx="204605" cy="264756"/>
            <a:chOff x="2390900" y="733575"/>
            <a:chExt cx="263700" cy="341225"/>
          </a:xfrm>
        </p:grpSpPr>
        <p:sp>
          <p:nvSpPr>
            <p:cNvPr id="8075" name="Google Shape;8075;p18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18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77" name="Google Shape;8077;p189"/>
          <p:cNvSpPr txBox="1"/>
          <p:nvPr>
            <p:ph idx="1" type="subTitle"/>
          </p:nvPr>
        </p:nvSpPr>
        <p:spPr>
          <a:xfrm>
            <a:off x="7132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78" name="Google Shape;8078;p189"/>
          <p:cNvSpPr txBox="1"/>
          <p:nvPr>
            <p:ph idx="2" type="subTitle"/>
          </p:nvPr>
        </p:nvSpPr>
        <p:spPr>
          <a:xfrm>
            <a:off x="3063525" y="2529275"/>
            <a:ext cx="2130900" cy="50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79" name="Google Shape;8079;p189"/>
          <p:cNvSpPr txBox="1"/>
          <p:nvPr>
            <p:ph type="title"/>
          </p:nvPr>
        </p:nvSpPr>
        <p:spPr>
          <a:xfrm>
            <a:off x="713225" y="580875"/>
            <a:ext cx="3448200" cy="105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080" name="Google Shape;8080;p189"/>
          <p:cNvSpPr txBox="1"/>
          <p:nvPr>
            <p:ph idx="3" type="subTitle"/>
          </p:nvPr>
        </p:nvSpPr>
        <p:spPr>
          <a:xfrm>
            <a:off x="7132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1" name="Google Shape;8081;p189"/>
          <p:cNvSpPr txBox="1"/>
          <p:nvPr>
            <p:ph idx="4" type="subTitle"/>
          </p:nvPr>
        </p:nvSpPr>
        <p:spPr>
          <a:xfrm>
            <a:off x="3063525" y="3013850"/>
            <a:ext cx="21309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082" name="Shape 8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3" name="Google Shape;8083;p190"/>
          <p:cNvGrpSpPr/>
          <p:nvPr/>
        </p:nvGrpSpPr>
        <p:grpSpPr>
          <a:xfrm flipH="1" rot="-5801943">
            <a:off x="-609886" y="1032068"/>
            <a:ext cx="1712695" cy="1523834"/>
            <a:chOff x="-40775" y="178450"/>
            <a:chExt cx="1061600" cy="970525"/>
          </a:xfrm>
        </p:grpSpPr>
        <p:sp>
          <p:nvSpPr>
            <p:cNvPr id="8084" name="Google Shape;8084;p1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1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1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1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8" name="Google Shape;8088;p1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9" name="Google Shape;8089;p190"/>
          <p:cNvGrpSpPr/>
          <p:nvPr/>
        </p:nvGrpSpPr>
        <p:grpSpPr>
          <a:xfrm flipH="1" rot="-676841">
            <a:off x="4936765" y="4510230"/>
            <a:ext cx="1712753" cy="1523846"/>
            <a:chOff x="-40775" y="178450"/>
            <a:chExt cx="1061600" cy="970525"/>
          </a:xfrm>
        </p:grpSpPr>
        <p:sp>
          <p:nvSpPr>
            <p:cNvPr id="8090" name="Google Shape;8090;p1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1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1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1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1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95" name="Google Shape;8095;p190"/>
          <p:cNvGrpSpPr/>
          <p:nvPr/>
        </p:nvGrpSpPr>
        <p:grpSpPr>
          <a:xfrm rot="1476478">
            <a:off x="7848130" y="-277587"/>
            <a:ext cx="1712706" cy="1523820"/>
            <a:chOff x="-40775" y="178450"/>
            <a:chExt cx="1061600" cy="970525"/>
          </a:xfrm>
        </p:grpSpPr>
        <p:sp>
          <p:nvSpPr>
            <p:cNvPr id="8096" name="Google Shape;8096;p19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19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19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19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19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1" name="Google Shape;8101;p190"/>
          <p:cNvGrpSpPr/>
          <p:nvPr/>
        </p:nvGrpSpPr>
        <p:grpSpPr>
          <a:xfrm>
            <a:off x="306794" y="2831851"/>
            <a:ext cx="204605" cy="264756"/>
            <a:chOff x="2390900" y="733575"/>
            <a:chExt cx="263700" cy="341225"/>
          </a:xfrm>
        </p:grpSpPr>
        <p:sp>
          <p:nvSpPr>
            <p:cNvPr id="8102" name="Google Shape;8102;p1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1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4" name="Google Shape;8104;p190"/>
          <p:cNvGrpSpPr/>
          <p:nvPr/>
        </p:nvGrpSpPr>
        <p:grpSpPr>
          <a:xfrm>
            <a:off x="8645194" y="1291601"/>
            <a:ext cx="204605" cy="264756"/>
            <a:chOff x="2390900" y="733575"/>
            <a:chExt cx="263700" cy="341225"/>
          </a:xfrm>
        </p:grpSpPr>
        <p:sp>
          <p:nvSpPr>
            <p:cNvPr id="8105" name="Google Shape;8105;p19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19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07" name="Google Shape;8107;p19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8108" name="Shape 8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9" name="Google Shape;8109;p191"/>
          <p:cNvSpPr txBox="1"/>
          <p:nvPr>
            <p:ph type="title"/>
          </p:nvPr>
        </p:nvSpPr>
        <p:spPr>
          <a:xfrm>
            <a:off x="713225" y="1390888"/>
            <a:ext cx="4222200" cy="156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8110" name="Google Shape;8110;p191"/>
          <p:cNvGrpSpPr/>
          <p:nvPr/>
        </p:nvGrpSpPr>
        <p:grpSpPr>
          <a:xfrm flipH="1" rot="-2699720">
            <a:off x="-389328" y="-297974"/>
            <a:ext cx="1843932" cy="1685741"/>
            <a:chOff x="-40775" y="178450"/>
            <a:chExt cx="1061600" cy="970525"/>
          </a:xfrm>
        </p:grpSpPr>
        <p:sp>
          <p:nvSpPr>
            <p:cNvPr id="8111" name="Google Shape;8111;p1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1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1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1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1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16" name="Google Shape;8116;p191"/>
          <p:cNvGrpSpPr/>
          <p:nvPr/>
        </p:nvGrpSpPr>
        <p:grpSpPr>
          <a:xfrm flipH="1" rot="-5639165">
            <a:off x="3395916" y="3977414"/>
            <a:ext cx="1667668" cy="1524605"/>
            <a:chOff x="-40775" y="178450"/>
            <a:chExt cx="1061600" cy="970525"/>
          </a:xfrm>
        </p:grpSpPr>
        <p:sp>
          <p:nvSpPr>
            <p:cNvPr id="8117" name="Google Shape;8117;p1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1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1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1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1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22" name="Google Shape;8122;p191"/>
          <p:cNvGrpSpPr/>
          <p:nvPr/>
        </p:nvGrpSpPr>
        <p:grpSpPr>
          <a:xfrm flipH="1" rot="1051534">
            <a:off x="1531315" y="-215450"/>
            <a:ext cx="1135875" cy="1038428"/>
            <a:chOff x="-40775" y="178450"/>
            <a:chExt cx="1061600" cy="970525"/>
          </a:xfrm>
        </p:grpSpPr>
        <p:sp>
          <p:nvSpPr>
            <p:cNvPr id="8123" name="Google Shape;8123;p19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19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19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19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19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28" name="Google Shape;8128;p191"/>
          <p:cNvGrpSpPr/>
          <p:nvPr/>
        </p:nvGrpSpPr>
        <p:grpSpPr>
          <a:xfrm>
            <a:off x="2854319" y="303489"/>
            <a:ext cx="204605" cy="264756"/>
            <a:chOff x="2390900" y="733575"/>
            <a:chExt cx="263700" cy="341225"/>
          </a:xfrm>
        </p:grpSpPr>
        <p:sp>
          <p:nvSpPr>
            <p:cNvPr id="8129" name="Google Shape;8129;p1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1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31" name="Google Shape;8131;p191"/>
          <p:cNvGrpSpPr/>
          <p:nvPr/>
        </p:nvGrpSpPr>
        <p:grpSpPr>
          <a:xfrm>
            <a:off x="5220494" y="4099839"/>
            <a:ext cx="204605" cy="264756"/>
            <a:chOff x="2390900" y="733575"/>
            <a:chExt cx="263700" cy="341225"/>
          </a:xfrm>
        </p:grpSpPr>
        <p:sp>
          <p:nvSpPr>
            <p:cNvPr id="8132" name="Google Shape;8132;p19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19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34" name="Google Shape;8134;p191"/>
          <p:cNvSpPr txBox="1"/>
          <p:nvPr>
            <p:ph idx="1" type="subTitle"/>
          </p:nvPr>
        </p:nvSpPr>
        <p:spPr>
          <a:xfrm>
            <a:off x="713225" y="2886400"/>
            <a:ext cx="4222200" cy="7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135" name="Shape 8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6" name="Google Shape;8136;p192"/>
          <p:cNvGrpSpPr/>
          <p:nvPr/>
        </p:nvGrpSpPr>
        <p:grpSpPr>
          <a:xfrm>
            <a:off x="5315269" y="177014"/>
            <a:ext cx="204605" cy="264756"/>
            <a:chOff x="2390900" y="733575"/>
            <a:chExt cx="263700" cy="341225"/>
          </a:xfrm>
        </p:grpSpPr>
        <p:sp>
          <p:nvSpPr>
            <p:cNvPr id="8137" name="Google Shape;8137;p1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1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39" name="Google Shape;8139;p192"/>
          <p:cNvGrpSpPr/>
          <p:nvPr/>
        </p:nvGrpSpPr>
        <p:grpSpPr>
          <a:xfrm>
            <a:off x="6783744" y="4467039"/>
            <a:ext cx="204605" cy="264756"/>
            <a:chOff x="2390900" y="733575"/>
            <a:chExt cx="263700" cy="341225"/>
          </a:xfrm>
        </p:grpSpPr>
        <p:sp>
          <p:nvSpPr>
            <p:cNvPr id="8140" name="Google Shape;8140;p19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1" name="Google Shape;8141;p19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42" name="Google Shape;8142;p192"/>
          <p:cNvGrpSpPr/>
          <p:nvPr/>
        </p:nvGrpSpPr>
        <p:grpSpPr>
          <a:xfrm flipH="1" rot="-3119472">
            <a:off x="486479" y="3010881"/>
            <a:ext cx="1459181" cy="1334074"/>
            <a:chOff x="-40775" y="178450"/>
            <a:chExt cx="1061600" cy="970525"/>
          </a:xfrm>
        </p:grpSpPr>
        <p:sp>
          <p:nvSpPr>
            <p:cNvPr id="8143" name="Google Shape;8143;p1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1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1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1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1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48" name="Google Shape;8148;p192"/>
          <p:cNvGrpSpPr/>
          <p:nvPr/>
        </p:nvGrpSpPr>
        <p:grpSpPr>
          <a:xfrm rot="3577014">
            <a:off x="2379533" y="-646069"/>
            <a:ext cx="1959990" cy="1791925"/>
            <a:chOff x="-40775" y="178450"/>
            <a:chExt cx="1061600" cy="970525"/>
          </a:xfrm>
        </p:grpSpPr>
        <p:sp>
          <p:nvSpPr>
            <p:cNvPr id="8149" name="Google Shape;8149;p1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1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1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1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1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54" name="Google Shape;8154;p192"/>
          <p:cNvGrpSpPr/>
          <p:nvPr/>
        </p:nvGrpSpPr>
        <p:grpSpPr>
          <a:xfrm rot="578274">
            <a:off x="7537369" y="2439677"/>
            <a:ext cx="1275791" cy="1166357"/>
            <a:chOff x="-40775" y="178450"/>
            <a:chExt cx="1061600" cy="970525"/>
          </a:xfrm>
        </p:grpSpPr>
        <p:sp>
          <p:nvSpPr>
            <p:cNvPr id="8155" name="Google Shape;8155;p1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1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1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1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1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60" name="Google Shape;8160;p192"/>
          <p:cNvGrpSpPr/>
          <p:nvPr/>
        </p:nvGrpSpPr>
        <p:grpSpPr>
          <a:xfrm rot="2364831">
            <a:off x="7839374" y="3478316"/>
            <a:ext cx="1781379" cy="1628616"/>
            <a:chOff x="-40775" y="178450"/>
            <a:chExt cx="1061600" cy="970525"/>
          </a:xfrm>
        </p:grpSpPr>
        <p:sp>
          <p:nvSpPr>
            <p:cNvPr id="8161" name="Google Shape;8161;p19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19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19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19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19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66" name="Google Shape;8166;p192"/>
          <p:cNvSpPr txBox="1"/>
          <p:nvPr>
            <p:ph type="title"/>
          </p:nvPr>
        </p:nvSpPr>
        <p:spPr>
          <a:xfrm>
            <a:off x="1574250" y="1189650"/>
            <a:ext cx="5995500" cy="264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167" name="Shape 8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68" name="Google Shape;8168;p193"/>
          <p:cNvGrpSpPr/>
          <p:nvPr/>
        </p:nvGrpSpPr>
        <p:grpSpPr>
          <a:xfrm>
            <a:off x="3500919" y="452514"/>
            <a:ext cx="204605" cy="264756"/>
            <a:chOff x="2390900" y="733575"/>
            <a:chExt cx="263700" cy="341225"/>
          </a:xfrm>
        </p:grpSpPr>
        <p:sp>
          <p:nvSpPr>
            <p:cNvPr id="8169" name="Google Shape;8169;p1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1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71" name="Google Shape;8171;p193"/>
          <p:cNvGrpSpPr/>
          <p:nvPr/>
        </p:nvGrpSpPr>
        <p:grpSpPr>
          <a:xfrm>
            <a:off x="6526994" y="4159664"/>
            <a:ext cx="204605" cy="264756"/>
            <a:chOff x="2390900" y="733575"/>
            <a:chExt cx="263700" cy="341225"/>
          </a:xfrm>
        </p:grpSpPr>
        <p:sp>
          <p:nvSpPr>
            <p:cNvPr id="8172" name="Google Shape;8172;p19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19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74" name="Google Shape;8174;p193"/>
          <p:cNvGrpSpPr/>
          <p:nvPr/>
        </p:nvGrpSpPr>
        <p:grpSpPr>
          <a:xfrm rot="1497749">
            <a:off x="5661622" y="-435470"/>
            <a:ext cx="1573692" cy="1438725"/>
            <a:chOff x="-40775" y="178450"/>
            <a:chExt cx="1061600" cy="970525"/>
          </a:xfrm>
        </p:grpSpPr>
        <p:sp>
          <p:nvSpPr>
            <p:cNvPr id="8175" name="Google Shape;8175;p1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1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1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1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1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0" name="Google Shape;8180;p193"/>
          <p:cNvGrpSpPr/>
          <p:nvPr/>
        </p:nvGrpSpPr>
        <p:grpSpPr>
          <a:xfrm rot="-383">
            <a:off x="6422603" y="4096548"/>
            <a:ext cx="1906103" cy="1742578"/>
            <a:chOff x="-40775" y="178450"/>
            <a:chExt cx="1061600" cy="970525"/>
          </a:xfrm>
        </p:grpSpPr>
        <p:sp>
          <p:nvSpPr>
            <p:cNvPr id="8181" name="Google Shape;8181;p19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19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19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19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19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86" name="Google Shape;8186;p193"/>
          <p:cNvSpPr txBox="1"/>
          <p:nvPr>
            <p:ph type="title"/>
          </p:nvPr>
        </p:nvSpPr>
        <p:spPr>
          <a:xfrm>
            <a:off x="3874075" y="1698900"/>
            <a:ext cx="4556700" cy="66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187" name="Google Shape;8187;p193"/>
          <p:cNvSpPr txBox="1"/>
          <p:nvPr>
            <p:ph idx="1" type="subTitle"/>
          </p:nvPr>
        </p:nvSpPr>
        <p:spPr>
          <a:xfrm>
            <a:off x="3874075" y="2368200"/>
            <a:ext cx="4556700" cy="9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188" name="Shape 8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9" name="Google Shape;8189;p194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rgbClr val="FB948E">
              <a:alpha val="11764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90" name="Google Shape;8190;p194"/>
          <p:cNvSpPr txBox="1"/>
          <p:nvPr>
            <p:ph type="title"/>
          </p:nvPr>
        </p:nvSpPr>
        <p:spPr>
          <a:xfrm>
            <a:off x="713225" y="1282650"/>
            <a:ext cx="3492600" cy="212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grpSp>
        <p:nvGrpSpPr>
          <p:cNvPr id="8191" name="Google Shape;8191;p194"/>
          <p:cNvGrpSpPr/>
          <p:nvPr/>
        </p:nvGrpSpPr>
        <p:grpSpPr>
          <a:xfrm flipH="1" rot="-811202">
            <a:off x="3239362" y="3810947"/>
            <a:ext cx="1723278" cy="1533374"/>
            <a:chOff x="-40775" y="178450"/>
            <a:chExt cx="1061600" cy="970525"/>
          </a:xfrm>
        </p:grpSpPr>
        <p:sp>
          <p:nvSpPr>
            <p:cNvPr id="8192" name="Google Shape;8192;p1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1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1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1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1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97" name="Google Shape;8197;p194"/>
          <p:cNvGrpSpPr/>
          <p:nvPr/>
        </p:nvGrpSpPr>
        <p:grpSpPr>
          <a:xfrm flipH="1" rot="1022908">
            <a:off x="-368403" y="3228239"/>
            <a:ext cx="1252858" cy="1114763"/>
            <a:chOff x="-40775" y="178450"/>
            <a:chExt cx="1061600" cy="970525"/>
          </a:xfrm>
        </p:grpSpPr>
        <p:sp>
          <p:nvSpPr>
            <p:cNvPr id="8198" name="Google Shape;8198;p1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1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1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1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1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3" name="Google Shape;8203;p194"/>
          <p:cNvGrpSpPr/>
          <p:nvPr/>
        </p:nvGrpSpPr>
        <p:grpSpPr>
          <a:xfrm flipH="1" rot="-4655221">
            <a:off x="3497845" y="-407178"/>
            <a:ext cx="1475182" cy="1312687"/>
            <a:chOff x="-40775" y="178450"/>
            <a:chExt cx="1061600" cy="970525"/>
          </a:xfrm>
        </p:grpSpPr>
        <p:sp>
          <p:nvSpPr>
            <p:cNvPr id="8204" name="Google Shape;8204;p19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19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19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19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19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9" name="Google Shape;8209;p194"/>
          <p:cNvGrpSpPr/>
          <p:nvPr/>
        </p:nvGrpSpPr>
        <p:grpSpPr>
          <a:xfrm>
            <a:off x="2954144" y="416276"/>
            <a:ext cx="204605" cy="264756"/>
            <a:chOff x="2390900" y="733575"/>
            <a:chExt cx="263700" cy="341225"/>
          </a:xfrm>
        </p:grpSpPr>
        <p:sp>
          <p:nvSpPr>
            <p:cNvPr id="8210" name="Google Shape;8210;p19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19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12" name="Google Shape;8212;p194"/>
          <p:cNvGrpSpPr/>
          <p:nvPr/>
        </p:nvGrpSpPr>
        <p:grpSpPr>
          <a:xfrm>
            <a:off x="1020394" y="4445251"/>
            <a:ext cx="204605" cy="264756"/>
            <a:chOff x="2390900" y="733575"/>
            <a:chExt cx="263700" cy="341225"/>
          </a:xfrm>
        </p:grpSpPr>
        <p:sp>
          <p:nvSpPr>
            <p:cNvPr id="8213" name="Google Shape;8213;p19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19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215" name="Shape 8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6" name="Google Shape;8216;p195"/>
          <p:cNvSpPr txBox="1"/>
          <p:nvPr>
            <p:ph hasCustomPrompt="1" type="title"/>
          </p:nvPr>
        </p:nvSpPr>
        <p:spPr>
          <a:xfrm>
            <a:off x="2063100" y="1313850"/>
            <a:ext cx="5017800" cy="162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217" name="Google Shape;8217;p195"/>
          <p:cNvSpPr txBox="1"/>
          <p:nvPr>
            <p:ph idx="1" type="subTitle"/>
          </p:nvPr>
        </p:nvSpPr>
        <p:spPr>
          <a:xfrm>
            <a:off x="2063100" y="2943150"/>
            <a:ext cx="5017800" cy="7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218" name="Google Shape;8218;p195"/>
          <p:cNvGrpSpPr/>
          <p:nvPr/>
        </p:nvGrpSpPr>
        <p:grpSpPr>
          <a:xfrm rot="3576742">
            <a:off x="-694749" y="2986914"/>
            <a:ext cx="2062349" cy="1885405"/>
            <a:chOff x="-40775" y="178450"/>
            <a:chExt cx="1061600" cy="970525"/>
          </a:xfrm>
        </p:grpSpPr>
        <p:sp>
          <p:nvSpPr>
            <p:cNvPr id="8219" name="Google Shape;8219;p1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1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1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1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1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24" name="Google Shape;8224;p195"/>
          <p:cNvGrpSpPr/>
          <p:nvPr/>
        </p:nvGrpSpPr>
        <p:grpSpPr>
          <a:xfrm rot="-1776511">
            <a:off x="-349011" y="1644821"/>
            <a:ext cx="1360973" cy="1244251"/>
            <a:chOff x="-40775" y="178450"/>
            <a:chExt cx="1061600" cy="970525"/>
          </a:xfrm>
        </p:grpSpPr>
        <p:sp>
          <p:nvSpPr>
            <p:cNvPr id="8225" name="Google Shape;8225;p1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1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1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1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1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0" name="Google Shape;8230;p195"/>
          <p:cNvGrpSpPr/>
          <p:nvPr/>
        </p:nvGrpSpPr>
        <p:grpSpPr>
          <a:xfrm flipH="1" rot="-3576742">
            <a:off x="6768476" y="-705286"/>
            <a:ext cx="2062349" cy="1885405"/>
            <a:chOff x="-40775" y="178450"/>
            <a:chExt cx="1061600" cy="970525"/>
          </a:xfrm>
        </p:grpSpPr>
        <p:sp>
          <p:nvSpPr>
            <p:cNvPr id="8231" name="Google Shape;8231;p1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1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1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1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6" name="Google Shape;8236;p195"/>
          <p:cNvGrpSpPr/>
          <p:nvPr/>
        </p:nvGrpSpPr>
        <p:grpSpPr>
          <a:xfrm rot="1885875">
            <a:off x="5263382" y="4199196"/>
            <a:ext cx="1709227" cy="1562477"/>
            <a:chOff x="-40775" y="178450"/>
            <a:chExt cx="1061600" cy="970525"/>
          </a:xfrm>
        </p:grpSpPr>
        <p:sp>
          <p:nvSpPr>
            <p:cNvPr id="8237" name="Google Shape;8237;p19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19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19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19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19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42" name="Google Shape;8242;p195"/>
          <p:cNvGrpSpPr/>
          <p:nvPr/>
        </p:nvGrpSpPr>
        <p:grpSpPr>
          <a:xfrm>
            <a:off x="312344" y="1013276"/>
            <a:ext cx="204605" cy="264756"/>
            <a:chOff x="2390900" y="733575"/>
            <a:chExt cx="263700" cy="341225"/>
          </a:xfrm>
        </p:grpSpPr>
        <p:sp>
          <p:nvSpPr>
            <p:cNvPr id="8243" name="Google Shape;8243;p1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1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45" name="Google Shape;8245;p195"/>
          <p:cNvGrpSpPr/>
          <p:nvPr/>
        </p:nvGrpSpPr>
        <p:grpSpPr>
          <a:xfrm>
            <a:off x="8554744" y="937076"/>
            <a:ext cx="204605" cy="264756"/>
            <a:chOff x="2390900" y="733575"/>
            <a:chExt cx="263700" cy="341225"/>
          </a:xfrm>
        </p:grpSpPr>
        <p:sp>
          <p:nvSpPr>
            <p:cNvPr id="8246" name="Google Shape;8246;p1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1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48" name="Google Shape;8248;p195"/>
          <p:cNvGrpSpPr/>
          <p:nvPr/>
        </p:nvGrpSpPr>
        <p:grpSpPr>
          <a:xfrm>
            <a:off x="4746694" y="4486326"/>
            <a:ext cx="204605" cy="264756"/>
            <a:chOff x="2390900" y="733575"/>
            <a:chExt cx="263700" cy="341225"/>
          </a:xfrm>
        </p:grpSpPr>
        <p:sp>
          <p:nvSpPr>
            <p:cNvPr id="8249" name="Google Shape;8249;p19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19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8251" name="Shape 825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8252" name="Shape 8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53" name="Google Shape;8253;p197"/>
          <p:cNvGrpSpPr/>
          <p:nvPr/>
        </p:nvGrpSpPr>
        <p:grpSpPr>
          <a:xfrm>
            <a:off x="1704244" y="245314"/>
            <a:ext cx="204605" cy="264756"/>
            <a:chOff x="2390900" y="733575"/>
            <a:chExt cx="263700" cy="341225"/>
          </a:xfrm>
        </p:grpSpPr>
        <p:sp>
          <p:nvSpPr>
            <p:cNvPr id="8254" name="Google Shape;8254;p1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1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56" name="Google Shape;8256;p197"/>
          <p:cNvGrpSpPr/>
          <p:nvPr/>
        </p:nvGrpSpPr>
        <p:grpSpPr>
          <a:xfrm>
            <a:off x="3648719" y="4746789"/>
            <a:ext cx="204605" cy="264756"/>
            <a:chOff x="2390900" y="733575"/>
            <a:chExt cx="263700" cy="341225"/>
          </a:xfrm>
        </p:grpSpPr>
        <p:sp>
          <p:nvSpPr>
            <p:cNvPr id="8257" name="Google Shape;8257;p19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8" name="Google Shape;8258;p19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59" name="Google Shape;8259;p197"/>
          <p:cNvGrpSpPr/>
          <p:nvPr/>
        </p:nvGrpSpPr>
        <p:grpSpPr>
          <a:xfrm rot="1497810">
            <a:off x="1776484" y="4332347"/>
            <a:ext cx="1459181" cy="1334039"/>
            <a:chOff x="-40775" y="178450"/>
            <a:chExt cx="1061600" cy="970525"/>
          </a:xfrm>
        </p:grpSpPr>
        <p:sp>
          <p:nvSpPr>
            <p:cNvPr id="8260" name="Google Shape;8260;p1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1" name="Google Shape;8261;p1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2" name="Google Shape;8262;p1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1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1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65" name="Google Shape;8265;p197"/>
          <p:cNvGrpSpPr/>
          <p:nvPr/>
        </p:nvGrpSpPr>
        <p:grpSpPr>
          <a:xfrm rot="380920">
            <a:off x="8140487" y="2020040"/>
            <a:ext cx="1902803" cy="1739572"/>
            <a:chOff x="-40775" y="178450"/>
            <a:chExt cx="1061600" cy="970525"/>
          </a:xfrm>
        </p:grpSpPr>
        <p:sp>
          <p:nvSpPr>
            <p:cNvPr id="8266" name="Google Shape;8266;p1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1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8" name="Google Shape;8268;p1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9" name="Google Shape;8269;p1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1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71" name="Google Shape;8271;p197"/>
          <p:cNvGrpSpPr/>
          <p:nvPr/>
        </p:nvGrpSpPr>
        <p:grpSpPr>
          <a:xfrm flipH="1" rot="183">
            <a:off x="6683732" y="-644432"/>
            <a:ext cx="1996233" cy="1825072"/>
            <a:chOff x="-40775" y="178450"/>
            <a:chExt cx="1061600" cy="970525"/>
          </a:xfrm>
        </p:grpSpPr>
        <p:sp>
          <p:nvSpPr>
            <p:cNvPr id="8272" name="Google Shape;8272;p19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19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4" name="Google Shape;8274;p19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5" name="Google Shape;8275;p19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19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77" name="Google Shape;8277;p197"/>
          <p:cNvSpPr txBox="1"/>
          <p:nvPr>
            <p:ph type="title"/>
          </p:nvPr>
        </p:nvSpPr>
        <p:spPr>
          <a:xfrm>
            <a:off x="67732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78" name="Google Shape;8278;p197"/>
          <p:cNvSpPr txBox="1"/>
          <p:nvPr>
            <p:ph idx="2" type="title"/>
          </p:nvPr>
        </p:nvSpPr>
        <p:spPr>
          <a:xfrm>
            <a:off x="3300401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79" name="Google Shape;8279;p197"/>
          <p:cNvSpPr txBox="1"/>
          <p:nvPr>
            <p:ph idx="3" type="title"/>
          </p:nvPr>
        </p:nvSpPr>
        <p:spPr>
          <a:xfrm>
            <a:off x="5923476" y="13700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80" name="Google Shape;8280;p197"/>
          <p:cNvSpPr txBox="1"/>
          <p:nvPr>
            <p:ph idx="4" type="title"/>
          </p:nvPr>
        </p:nvSpPr>
        <p:spPr>
          <a:xfrm>
            <a:off x="67732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81" name="Google Shape;8281;p197"/>
          <p:cNvSpPr txBox="1"/>
          <p:nvPr>
            <p:ph idx="5" type="title"/>
          </p:nvPr>
        </p:nvSpPr>
        <p:spPr>
          <a:xfrm>
            <a:off x="3300401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82" name="Google Shape;8282;p197"/>
          <p:cNvSpPr txBox="1"/>
          <p:nvPr>
            <p:ph idx="6" type="title"/>
          </p:nvPr>
        </p:nvSpPr>
        <p:spPr>
          <a:xfrm>
            <a:off x="5923476" y="2962400"/>
            <a:ext cx="99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b="1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8283" name="Google Shape;8283;p197"/>
          <p:cNvSpPr txBox="1"/>
          <p:nvPr>
            <p:ph idx="7" type="title"/>
          </p:nvPr>
        </p:nvSpPr>
        <p:spPr>
          <a:xfrm>
            <a:off x="677363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84" name="Google Shape;8284;p197"/>
          <p:cNvSpPr txBox="1"/>
          <p:nvPr>
            <p:ph idx="1" type="subTitle"/>
          </p:nvPr>
        </p:nvSpPr>
        <p:spPr>
          <a:xfrm>
            <a:off x="67732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85" name="Google Shape;8285;p197"/>
          <p:cNvSpPr txBox="1"/>
          <p:nvPr>
            <p:ph idx="8" type="title"/>
          </p:nvPr>
        </p:nvSpPr>
        <p:spPr>
          <a:xfrm>
            <a:off x="3300437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86" name="Google Shape;8286;p197"/>
          <p:cNvSpPr txBox="1"/>
          <p:nvPr>
            <p:ph idx="9" type="subTitle"/>
          </p:nvPr>
        </p:nvSpPr>
        <p:spPr>
          <a:xfrm>
            <a:off x="3300400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87" name="Google Shape;8287;p197"/>
          <p:cNvSpPr txBox="1"/>
          <p:nvPr>
            <p:ph idx="13" type="title"/>
          </p:nvPr>
        </p:nvSpPr>
        <p:spPr>
          <a:xfrm>
            <a:off x="67736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88" name="Google Shape;8288;p197"/>
          <p:cNvSpPr txBox="1"/>
          <p:nvPr>
            <p:ph idx="14" type="subTitle"/>
          </p:nvPr>
        </p:nvSpPr>
        <p:spPr>
          <a:xfrm>
            <a:off x="67735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89" name="Google Shape;8289;p197"/>
          <p:cNvSpPr txBox="1"/>
          <p:nvPr>
            <p:ph idx="15" type="title"/>
          </p:nvPr>
        </p:nvSpPr>
        <p:spPr>
          <a:xfrm>
            <a:off x="3300438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90" name="Google Shape;8290;p197"/>
          <p:cNvSpPr txBox="1"/>
          <p:nvPr>
            <p:ph idx="16" type="subTitle"/>
          </p:nvPr>
        </p:nvSpPr>
        <p:spPr>
          <a:xfrm>
            <a:off x="3300428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91" name="Google Shape;8291;p197"/>
          <p:cNvSpPr txBox="1"/>
          <p:nvPr>
            <p:ph idx="17" type="title"/>
          </p:nvPr>
        </p:nvSpPr>
        <p:spPr>
          <a:xfrm>
            <a:off x="5923512" y="1800875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92" name="Google Shape;8292;p197"/>
          <p:cNvSpPr txBox="1"/>
          <p:nvPr>
            <p:ph idx="18" type="subTitle"/>
          </p:nvPr>
        </p:nvSpPr>
        <p:spPr>
          <a:xfrm>
            <a:off x="5923475" y="2200243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93" name="Google Shape;8293;p197"/>
          <p:cNvSpPr txBox="1"/>
          <p:nvPr>
            <p:ph idx="19" type="title"/>
          </p:nvPr>
        </p:nvSpPr>
        <p:spPr>
          <a:xfrm>
            <a:off x="5923513" y="3393200"/>
            <a:ext cx="25431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94" name="Google Shape;8294;p197"/>
          <p:cNvSpPr txBox="1"/>
          <p:nvPr>
            <p:ph idx="20" type="subTitle"/>
          </p:nvPr>
        </p:nvSpPr>
        <p:spPr>
          <a:xfrm>
            <a:off x="5923503" y="3792500"/>
            <a:ext cx="2543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95" name="Google Shape;8295;p197"/>
          <p:cNvSpPr txBox="1"/>
          <p:nvPr>
            <p:ph idx="21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6">
    <p:spTree>
      <p:nvGrpSpPr>
        <p:cNvPr id="8296" name="Shape 8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7" name="Google Shape;8297;p198"/>
          <p:cNvGrpSpPr/>
          <p:nvPr/>
        </p:nvGrpSpPr>
        <p:grpSpPr>
          <a:xfrm rot="3577014">
            <a:off x="7281908" y="1815081"/>
            <a:ext cx="1959990" cy="1791925"/>
            <a:chOff x="-40775" y="178450"/>
            <a:chExt cx="1061600" cy="970525"/>
          </a:xfrm>
        </p:grpSpPr>
        <p:sp>
          <p:nvSpPr>
            <p:cNvPr id="8298" name="Google Shape;8298;p1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1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1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1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1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03" name="Google Shape;8303;p198"/>
          <p:cNvGrpSpPr/>
          <p:nvPr/>
        </p:nvGrpSpPr>
        <p:grpSpPr>
          <a:xfrm flipH="1" rot="-8558762">
            <a:off x="7794950" y="711753"/>
            <a:ext cx="1128372" cy="1031646"/>
            <a:chOff x="-40775" y="178450"/>
            <a:chExt cx="1061600" cy="970525"/>
          </a:xfrm>
        </p:grpSpPr>
        <p:sp>
          <p:nvSpPr>
            <p:cNvPr id="8304" name="Google Shape;8304;p1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1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1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1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p1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09" name="Google Shape;8309;p198"/>
          <p:cNvGrpSpPr/>
          <p:nvPr/>
        </p:nvGrpSpPr>
        <p:grpSpPr>
          <a:xfrm flipH="1" rot="-3577014">
            <a:off x="4114858" y="3703469"/>
            <a:ext cx="1959990" cy="1791925"/>
            <a:chOff x="-40775" y="178450"/>
            <a:chExt cx="1061600" cy="970525"/>
          </a:xfrm>
        </p:grpSpPr>
        <p:sp>
          <p:nvSpPr>
            <p:cNvPr id="8310" name="Google Shape;8310;p1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1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1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1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1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15" name="Google Shape;8315;p198"/>
          <p:cNvGrpSpPr/>
          <p:nvPr/>
        </p:nvGrpSpPr>
        <p:grpSpPr>
          <a:xfrm rot="3576816">
            <a:off x="857749" y="-499966"/>
            <a:ext cx="1667653" cy="1524619"/>
            <a:chOff x="-40775" y="178450"/>
            <a:chExt cx="1061600" cy="970525"/>
          </a:xfrm>
        </p:grpSpPr>
        <p:sp>
          <p:nvSpPr>
            <p:cNvPr id="8316" name="Google Shape;8316;p19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p19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19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19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19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1" name="Google Shape;8321;p198"/>
          <p:cNvGrpSpPr/>
          <p:nvPr/>
        </p:nvGrpSpPr>
        <p:grpSpPr>
          <a:xfrm>
            <a:off x="671844" y="562339"/>
            <a:ext cx="204605" cy="264756"/>
            <a:chOff x="2390900" y="733575"/>
            <a:chExt cx="263700" cy="341225"/>
          </a:xfrm>
        </p:grpSpPr>
        <p:sp>
          <p:nvSpPr>
            <p:cNvPr id="8322" name="Google Shape;8322;p1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1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4" name="Google Shape;8324;p198"/>
          <p:cNvGrpSpPr/>
          <p:nvPr/>
        </p:nvGrpSpPr>
        <p:grpSpPr>
          <a:xfrm>
            <a:off x="6211219" y="4340164"/>
            <a:ext cx="204605" cy="264756"/>
            <a:chOff x="2390900" y="733575"/>
            <a:chExt cx="263700" cy="341225"/>
          </a:xfrm>
        </p:grpSpPr>
        <p:sp>
          <p:nvSpPr>
            <p:cNvPr id="8325" name="Google Shape;8325;p1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1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7" name="Google Shape;8327;p198"/>
          <p:cNvGrpSpPr/>
          <p:nvPr/>
        </p:nvGrpSpPr>
        <p:grpSpPr>
          <a:xfrm>
            <a:off x="7499494" y="1367164"/>
            <a:ext cx="204605" cy="264756"/>
            <a:chOff x="2390900" y="733575"/>
            <a:chExt cx="263700" cy="341225"/>
          </a:xfrm>
        </p:grpSpPr>
        <p:sp>
          <p:nvSpPr>
            <p:cNvPr id="8328" name="Google Shape;8328;p19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19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30" name="Google Shape;8330;p198"/>
          <p:cNvSpPr txBox="1"/>
          <p:nvPr>
            <p:ph type="title"/>
          </p:nvPr>
        </p:nvSpPr>
        <p:spPr>
          <a:xfrm flipH="1">
            <a:off x="789425" y="3080025"/>
            <a:ext cx="5624700" cy="41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2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331" name="Google Shape;8331;p198"/>
          <p:cNvSpPr txBox="1"/>
          <p:nvPr>
            <p:ph idx="1" type="subTitle"/>
          </p:nvPr>
        </p:nvSpPr>
        <p:spPr>
          <a:xfrm flipH="1">
            <a:off x="789425" y="1649475"/>
            <a:ext cx="5624700" cy="14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">
  <p:cSld name="CUSTOM_7">
    <p:spTree>
      <p:nvGrpSpPr>
        <p:cNvPr id="8332" name="Shape 8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33" name="Google Shape;8333;p199"/>
          <p:cNvGrpSpPr/>
          <p:nvPr/>
        </p:nvGrpSpPr>
        <p:grpSpPr>
          <a:xfrm rot="2861762">
            <a:off x="-83915" y="4048656"/>
            <a:ext cx="1594300" cy="1418699"/>
            <a:chOff x="-40775" y="178450"/>
            <a:chExt cx="1061600" cy="970525"/>
          </a:xfrm>
        </p:grpSpPr>
        <p:sp>
          <p:nvSpPr>
            <p:cNvPr id="8334" name="Google Shape;8334;p1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p1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1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1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1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39" name="Google Shape;8339;p199"/>
          <p:cNvGrpSpPr/>
          <p:nvPr/>
        </p:nvGrpSpPr>
        <p:grpSpPr>
          <a:xfrm flipH="1" rot="8553690">
            <a:off x="3894231" y="-345266"/>
            <a:ext cx="1174570" cy="1045169"/>
            <a:chOff x="-40775" y="178450"/>
            <a:chExt cx="1061600" cy="970525"/>
          </a:xfrm>
        </p:grpSpPr>
        <p:sp>
          <p:nvSpPr>
            <p:cNvPr id="8340" name="Google Shape;8340;p19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19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p19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p19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19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45" name="Google Shape;8345;p199"/>
          <p:cNvGrpSpPr/>
          <p:nvPr/>
        </p:nvGrpSpPr>
        <p:grpSpPr>
          <a:xfrm>
            <a:off x="1629169" y="283901"/>
            <a:ext cx="204605" cy="264756"/>
            <a:chOff x="2390900" y="733575"/>
            <a:chExt cx="263700" cy="341225"/>
          </a:xfrm>
        </p:grpSpPr>
        <p:sp>
          <p:nvSpPr>
            <p:cNvPr id="8346" name="Google Shape;8346;p1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1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48" name="Google Shape;8348;p199"/>
          <p:cNvGrpSpPr/>
          <p:nvPr/>
        </p:nvGrpSpPr>
        <p:grpSpPr>
          <a:xfrm>
            <a:off x="258744" y="3639426"/>
            <a:ext cx="204605" cy="264756"/>
            <a:chOff x="2390900" y="733575"/>
            <a:chExt cx="263700" cy="341225"/>
          </a:xfrm>
        </p:grpSpPr>
        <p:sp>
          <p:nvSpPr>
            <p:cNvPr id="8349" name="Google Shape;8349;p19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19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51" name="Google Shape;8351;p199"/>
          <p:cNvSpPr txBox="1"/>
          <p:nvPr>
            <p:ph type="title"/>
          </p:nvPr>
        </p:nvSpPr>
        <p:spPr>
          <a:xfrm flipH="1">
            <a:off x="3562414" y="1406125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8352" name="Google Shape;8352;p199"/>
          <p:cNvSpPr txBox="1"/>
          <p:nvPr>
            <p:ph idx="1" type="subTitle"/>
          </p:nvPr>
        </p:nvSpPr>
        <p:spPr>
          <a:xfrm flipH="1">
            <a:off x="3562414" y="194195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8353" name="Google Shape;8353;p199"/>
          <p:cNvSpPr txBox="1"/>
          <p:nvPr>
            <p:ph idx="2" type="title"/>
          </p:nvPr>
        </p:nvSpPr>
        <p:spPr>
          <a:xfrm flipH="1">
            <a:off x="3562414" y="3595251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8354" name="Google Shape;8354;p199"/>
          <p:cNvSpPr txBox="1"/>
          <p:nvPr>
            <p:ph idx="3" type="subTitle"/>
          </p:nvPr>
        </p:nvSpPr>
        <p:spPr>
          <a:xfrm flipH="1">
            <a:off x="3562414" y="4127650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8355" name="Google Shape;8355;p199"/>
          <p:cNvSpPr txBox="1"/>
          <p:nvPr>
            <p:ph idx="4" type="title"/>
          </p:nvPr>
        </p:nvSpPr>
        <p:spPr>
          <a:xfrm flipH="1">
            <a:off x="3562425" y="2502052"/>
            <a:ext cx="4716000" cy="54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8356" name="Google Shape;8356;p199"/>
          <p:cNvSpPr txBox="1"/>
          <p:nvPr>
            <p:ph idx="5" type="subTitle"/>
          </p:nvPr>
        </p:nvSpPr>
        <p:spPr>
          <a:xfrm flipH="1">
            <a:off x="3562425" y="3035142"/>
            <a:ext cx="4716000" cy="32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8357" name="Google Shape;8357;p199"/>
          <p:cNvSpPr txBox="1"/>
          <p:nvPr>
            <p:ph idx="6"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4">
    <p:spTree>
      <p:nvGrpSpPr>
        <p:cNvPr id="8358" name="Shape 8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9" name="Google Shape;8359;p200"/>
          <p:cNvGrpSpPr/>
          <p:nvPr/>
        </p:nvGrpSpPr>
        <p:grpSpPr>
          <a:xfrm flipH="1" rot="-3716346">
            <a:off x="1808931" y="4068835"/>
            <a:ext cx="1667742" cy="1524621"/>
            <a:chOff x="-40775" y="178450"/>
            <a:chExt cx="1061600" cy="970525"/>
          </a:xfrm>
        </p:grpSpPr>
        <p:sp>
          <p:nvSpPr>
            <p:cNvPr id="8360" name="Google Shape;8360;p2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2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2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2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2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5" name="Google Shape;8365;p200"/>
          <p:cNvGrpSpPr/>
          <p:nvPr/>
        </p:nvGrpSpPr>
        <p:grpSpPr>
          <a:xfrm flipH="1" rot="-10390958">
            <a:off x="3632101" y="3995232"/>
            <a:ext cx="1321802" cy="1208381"/>
            <a:chOff x="-40775" y="178450"/>
            <a:chExt cx="1061600" cy="970525"/>
          </a:xfrm>
        </p:grpSpPr>
        <p:sp>
          <p:nvSpPr>
            <p:cNvPr id="8366" name="Google Shape;8366;p2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p2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p2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2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p2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1" name="Google Shape;8371;p200"/>
          <p:cNvGrpSpPr/>
          <p:nvPr/>
        </p:nvGrpSpPr>
        <p:grpSpPr>
          <a:xfrm rot="3716338">
            <a:off x="-365170" y="-538007"/>
            <a:ext cx="2156772" cy="1971696"/>
            <a:chOff x="-40775" y="178450"/>
            <a:chExt cx="1061600" cy="970525"/>
          </a:xfrm>
        </p:grpSpPr>
        <p:sp>
          <p:nvSpPr>
            <p:cNvPr id="8372" name="Google Shape;8372;p20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20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20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20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20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7" name="Google Shape;8377;p200"/>
          <p:cNvGrpSpPr/>
          <p:nvPr/>
        </p:nvGrpSpPr>
        <p:grpSpPr>
          <a:xfrm>
            <a:off x="2090469" y="455539"/>
            <a:ext cx="204605" cy="264756"/>
            <a:chOff x="2390900" y="733575"/>
            <a:chExt cx="263700" cy="341225"/>
          </a:xfrm>
        </p:grpSpPr>
        <p:sp>
          <p:nvSpPr>
            <p:cNvPr id="8378" name="Google Shape;8378;p2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2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80" name="Google Shape;8380;p200"/>
          <p:cNvGrpSpPr/>
          <p:nvPr/>
        </p:nvGrpSpPr>
        <p:grpSpPr>
          <a:xfrm>
            <a:off x="5225919" y="4403614"/>
            <a:ext cx="204605" cy="264756"/>
            <a:chOff x="2390900" y="733575"/>
            <a:chExt cx="263700" cy="341225"/>
          </a:xfrm>
        </p:grpSpPr>
        <p:sp>
          <p:nvSpPr>
            <p:cNvPr id="8381" name="Google Shape;8381;p2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2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83" name="Google Shape;8383;p200"/>
          <p:cNvGrpSpPr/>
          <p:nvPr/>
        </p:nvGrpSpPr>
        <p:grpSpPr>
          <a:xfrm>
            <a:off x="8801669" y="1725839"/>
            <a:ext cx="204605" cy="264756"/>
            <a:chOff x="2390900" y="733575"/>
            <a:chExt cx="263700" cy="341225"/>
          </a:xfrm>
        </p:grpSpPr>
        <p:sp>
          <p:nvSpPr>
            <p:cNvPr id="8384" name="Google Shape;8384;p20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20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86" name="Google Shape;8386;p200"/>
          <p:cNvSpPr txBox="1"/>
          <p:nvPr>
            <p:ph type="title"/>
          </p:nvPr>
        </p:nvSpPr>
        <p:spPr>
          <a:xfrm>
            <a:off x="713225" y="1762000"/>
            <a:ext cx="4103100" cy="5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387" name="Google Shape;8387;p200"/>
          <p:cNvSpPr txBox="1"/>
          <p:nvPr>
            <p:ph idx="1" type="subTitle"/>
          </p:nvPr>
        </p:nvSpPr>
        <p:spPr>
          <a:xfrm>
            <a:off x="713225" y="2332700"/>
            <a:ext cx="41031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6">
    <p:spTree>
      <p:nvGrpSpPr>
        <p:cNvPr id="8388" name="Shape 8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89" name="Google Shape;8389;p201"/>
          <p:cNvGrpSpPr/>
          <p:nvPr/>
        </p:nvGrpSpPr>
        <p:grpSpPr>
          <a:xfrm flipH="1" rot="-3671919">
            <a:off x="6241313" y="3674905"/>
            <a:ext cx="1947913" cy="1780545"/>
            <a:chOff x="-40775" y="178450"/>
            <a:chExt cx="1061600" cy="970525"/>
          </a:xfrm>
        </p:grpSpPr>
        <p:sp>
          <p:nvSpPr>
            <p:cNvPr id="8390" name="Google Shape;8390;p2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2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p2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2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2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95" name="Google Shape;8395;p201"/>
          <p:cNvGrpSpPr/>
          <p:nvPr/>
        </p:nvGrpSpPr>
        <p:grpSpPr>
          <a:xfrm rot="3671908">
            <a:off x="4589831" y="4287827"/>
            <a:ext cx="1438010" cy="1314387"/>
            <a:chOff x="-40775" y="178450"/>
            <a:chExt cx="1061600" cy="970525"/>
          </a:xfrm>
        </p:grpSpPr>
        <p:sp>
          <p:nvSpPr>
            <p:cNvPr id="8396" name="Google Shape;8396;p2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2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2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p2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p2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1" name="Google Shape;8401;p201"/>
          <p:cNvGrpSpPr/>
          <p:nvPr/>
        </p:nvGrpSpPr>
        <p:grpSpPr>
          <a:xfrm rot="3191410">
            <a:off x="-379318" y="35317"/>
            <a:ext cx="1438002" cy="1314344"/>
            <a:chOff x="-40775" y="178450"/>
            <a:chExt cx="1061600" cy="970525"/>
          </a:xfrm>
        </p:grpSpPr>
        <p:sp>
          <p:nvSpPr>
            <p:cNvPr id="8402" name="Google Shape;8402;p20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20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20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p20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20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7" name="Google Shape;8407;p201"/>
          <p:cNvGrpSpPr/>
          <p:nvPr/>
        </p:nvGrpSpPr>
        <p:grpSpPr>
          <a:xfrm>
            <a:off x="5876919" y="4019064"/>
            <a:ext cx="204605" cy="264756"/>
            <a:chOff x="2390900" y="733575"/>
            <a:chExt cx="263700" cy="341225"/>
          </a:xfrm>
        </p:grpSpPr>
        <p:sp>
          <p:nvSpPr>
            <p:cNvPr id="8408" name="Google Shape;8408;p2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2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10" name="Google Shape;8410;p201"/>
          <p:cNvGrpSpPr/>
          <p:nvPr/>
        </p:nvGrpSpPr>
        <p:grpSpPr>
          <a:xfrm>
            <a:off x="1296594" y="306414"/>
            <a:ext cx="204605" cy="264756"/>
            <a:chOff x="2390900" y="733575"/>
            <a:chExt cx="263700" cy="341225"/>
          </a:xfrm>
        </p:grpSpPr>
        <p:sp>
          <p:nvSpPr>
            <p:cNvPr id="8411" name="Google Shape;8411;p20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20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13" name="Google Shape;8413;p20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414" name="Google Shape;8414;p201"/>
          <p:cNvSpPr txBox="1"/>
          <p:nvPr>
            <p:ph idx="1" type="subTitle"/>
          </p:nvPr>
        </p:nvSpPr>
        <p:spPr>
          <a:xfrm>
            <a:off x="4628225" y="2047350"/>
            <a:ext cx="3802500" cy="9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7">
    <p:spTree>
      <p:nvGrpSpPr>
        <p:cNvPr id="8415" name="Shape 8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16" name="Google Shape;8416;p202"/>
          <p:cNvGrpSpPr/>
          <p:nvPr/>
        </p:nvGrpSpPr>
        <p:grpSpPr>
          <a:xfrm rot="5865273">
            <a:off x="-621758" y="1204457"/>
            <a:ext cx="1910302" cy="1746019"/>
            <a:chOff x="-40775" y="178450"/>
            <a:chExt cx="1061600" cy="970525"/>
          </a:xfrm>
        </p:grpSpPr>
        <p:sp>
          <p:nvSpPr>
            <p:cNvPr id="8417" name="Google Shape;8417;p2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2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2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2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2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22" name="Google Shape;8422;p202"/>
          <p:cNvGrpSpPr/>
          <p:nvPr/>
        </p:nvGrpSpPr>
        <p:grpSpPr>
          <a:xfrm rot="1999535">
            <a:off x="-329388" y="29811"/>
            <a:ext cx="1087694" cy="994193"/>
            <a:chOff x="-40775" y="178450"/>
            <a:chExt cx="1061600" cy="970525"/>
          </a:xfrm>
        </p:grpSpPr>
        <p:sp>
          <p:nvSpPr>
            <p:cNvPr id="8423" name="Google Shape;8423;p2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2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2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2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2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28" name="Google Shape;8428;p202"/>
          <p:cNvGrpSpPr/>
          <p:nvPr/>
        </p:nvGrpSpPr>
        <p:grpSpPr>
          <a:xfrm flipH="1" rot="-3667393">
            <a:off x="3487311" y="3954993"/>
            <a:ext cx="1910288" cy="1746055"/>
            <a:chOff x="-40775" y="178450"/>
            <a:chExt cx="1061600" cy="970525"/>
          </a:xfrm>
        </p:grpSpPr>
        <p:sp>
          <p:nvSpPr>
            <p:cNvPr id="8429" name="Google Shape;8429;p2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2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p2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2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2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34" name="Google Shape;8434;p202"/>
          <p:cNvGrpSpPr/>
          <p:nvPr/>
        </p:nvGrpSpPr>
        <p:grpSpPr>
          <a:xfrm rot="3667393">
            <a:off x="7772361" y="1204431"/>
            <a:ext cx="1910288" cy="1746055"/>
            <a:chOff x="-40775" y="178450"/>
            <a:chExt cx="1061600" cy="970525"/>
          </a:xfrm>
        </p:grpSpPr>
        <p:sp>
          <p:nvSpPr>
            <p:cNvPr id="8435" name="Google Shape;8435;p20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20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20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p20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p20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40" name="Google Shape;8440;p202"/>
          <p:cNvGrpSpPr/>
          <p:nvPr/>
        </p:nvGrpSpPr>
        <p:grpSpPr>
          <a:xfrm>
            <a:off x="2874719" y="4491664"/>
            <a:ext cx="204605" cy="264756"/>
            <a:chOff x="2390900" y="733575"/>
            <a:chExt cx="263700" cy="341225"/>
          </a:xfrm>
        </p:grpSpPr>
        <p:sp>
          <p:nvSpPr>
            <p:cNvPr id="8441" name="Google Shape;8441;p2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2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43" name="Google Shape;8443;p202"/>
          <p:cNvGrpSpPr/>
          <p:nvPr/>
        </p:nvGrpSpPr>
        <p:grpSpPr>
          <a:xfrm>
            <a:off x="8328469" y="3015664"/>
            <a:ext cx="204605" cy="264756"/>
            <a:chOff x="2390900" y="733575"/>
            <a:chExt cx="263700" cy="341225"/>
          </a:xfrm>
        </p:grpSpPr>
        <p:sp>
          <p:nvSpPr>
            <p:cNvPr id="8444" name="Google Shape;8444;p2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2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46" name="Google Shape;8446;p202"/>
          <p:cNvGrpSpPr/>
          <p:nvPr/>
        </p:nvGrpSpPr>
        <p:grpSpPr>
          <a:xfrm>
            <a:off x="970294" y="1013264"/>
            <a:ext cx="204605" cy="264756"/>
            <a:chOff x="2390900" y="733575"/>
            <a:chExt cx="263700" cy="341225"/>
          </a:xfrm>
        </p:grpSpPr>
        <p:sp>
          <p:nvSpPr>
            <p:cNvPr id="8447" name="Google Shape;8447;p20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20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49" name="Google Shape;8449;p20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450" name="Google Shape;8450;p202"/>
          <p:cNvSpPr txBox="1"/>
          <p:nvPr>
            <p:ph idx="1" type="subTitle"/>
          </p:nvPr>
        </p:nvSpPr>
        <p:spPr>
          <a:xfrm>
            <a:off x="2097300" y="1560600"/>
            <a:ext cx="4949400" cy="20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Work Sans"/>
              <a:buChar char="●"/>
              <a:defRPr sz="14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8">
    <p:spTree>
      <p:nvGrpSpPr>
        <p:cNvPr id="8451" name="Shape 8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2" name="Google Shape;8452;p203"/>
          <p:cNvGrpSpPr/>
          <p:nvPr/>
        </p:nvGrpSpPr>
        <p:grpSpPr>
          <a:xfrm rot="557760">
            <a:off x="7551970" y="1529676"/>
            <a:ext cx="2062277" cy="1885401"/>
            <a:chOff x="-40775" y="178450"/>
            <a:chExt cx="1061600" cy="970525"/>
          </a:xfrm>
        </p:grpSpPr>
        <p:sp>
          <p:nvSpPr>
            <p:cNvPr id="8453" name="Google Shape;8453;p2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2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2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2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2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8" name="Google Shape;8458;p203"/>
          <p:cNvGrpSpPr/>
          <p:nvPr/>
        </p:nvGrpSpPr>
        <p:grpSpPr>
          <a:xfrm rot="3639737">
            <a:off x="5313328" y="4005380"/>
            <a:ext cx="1769563" cy="1617826"/>
            <a:chOff x="-40775" y="178450"/>
            <a:chExt cx="1061600" cy="970525"/>
          </a:xfrm>
        </p:grpSpPr>
        <p:sp>
          <p:nvSpPr>
            <p:cNvPr id="8459" name="Google Shape;8459;p2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p2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2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2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2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4" name="Google Shape;8464;p203"/>
          <p:cNvGrpSpPr/>
          <p:nvPr/>
        </p:nvGrpSpPr>
        <p:grpSpPr>
          <a:xfrm rot="10211619">
            <a:off x="8121848" y="217788"/>
            <a:ext cx="1406792" cy="1286165"/>
            <a:chOff x="-40775" y="178450"/>
            <a:chExt cx="1061600" cy="970525"/>
          </a:xfrm>
        </p:grpSpPr>
        <p:sp>
          <p:nvSpPr>
            <p:cNvPr id="8465" name="Google Shape;8465;p20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20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20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20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20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70" name="Google Shape;8470;p203"/>
          <p:cNvGrpSpPr/>
          <p:nvPr/>
        </p:nvGrpSpPr>
        <p:grpSpPr>
          <a:xfrm>
            <a:off x="4724369" y="4543251"/>
            <a:ext cx="204605" cy="264756"/>
            <a:chOff x="2390900" y="733575"/>
            <a:chExt cx="263700" cy="341225"/>
          </a:xfrm>
        </p:grpSpPr>
        <p:sp>
          <p:nvSpPr>
            <p:cNvPr id="8471" name="Google Shape;8471;p2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2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73" name="Google Shape;8473;p203"/>
          <p:cNvGrpSpPr/>
          <p:nvPr/>
        </p:nvGrpSpPr>
        <p:grpSpPr>
          <a:xfrm>
            <a:off x="7818094" y="1448126"/>
            <a:ext cx="204605" cy="264756"/>
            <a:chOff x="2390900" y="733575"/>
            <a:chExt cx="263700" cy="341225"/>
          </a:xfrm>
        </p:grpSpPr>
        <p:sp>
          <p:nvSpPr>
            <p:cNvPr id="8474" name="Google Shape;8474;p20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20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76" name="Google Shape;8476;p20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477" name="Google Shape;8477;p203"/>
          <p:cNvSpPr txBox="1"/>
          <p:nvPr>
            <p:ph idx="1" type="subTitle"/>
          </p:nvPr>
        </p:nvSpPr>
        <p:spPr>
          <a:xfrm>
            <a:off x="713225" y="1218575"/>
            <a:ext cx="77175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2200">
                <a:solidFill>
                  <a:schemeClr val="accent2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4">
    <p:spTree>
      <p:nvGrpSpPr>
        <p:cNvPr id="8478" name="Shape 8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9" name="Google Shape;8479;p20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8480" name="Google Shape;8480;p204"/>
          <p:cNvGrpSpPr/>
          <p:nvPr/>
        </p:nvGrpSpPr>
        <p:grpSpPr>
          <a:xfrm flipH="1" rot="-742306">
            <a:off x="2818058" y="4152775"/>
            <a:ext cx="1352679" cy="1203736"/>
            <a:chOff x="-40775" y="178450"/>
            <a:chExt cx="1061600" cy="970525"/>
          </a:xfrm>
        </p:grpSpPr>
        <p:sp>
          <p:nvSpPr>
            <p:cNvPr id="8481" name="Google Shape;8481;p2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2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2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2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2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86" name="Google Shape;8486;p204"/>
          <p:cNvGrpSpPr/>
          <p:nvPr/>
        </p:nvGrpSpPr>
        <p:grpSpPr>
          <a:xfrm flipH="1" rot="-4998199">
            <a:off x="8247392" y="-163149"/>
            <a:ext cx="1324572" cy="1178697"/>
            <a:chOff x="-40775" y="178450"/>
            <a:chExt cx="1061600" cy="970525"/>
          </a:xfrm>
        </p:grpSpPr>
        <p:sp>
          <p:nvSpPr>
            <p:cNvPr id="8487" name="Google Shape;8487;p2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2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p2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2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2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92" name="Google Shape;8492;p204"/>
          <p:cNvGrpSpPr/>
          <p:nvPr/>
        </p:nvGrpSpPr>
        <p:grpSpPr>
          <a:xfrm flipH="1" rot="1472117">
            <a:off x="1949669" y="4612897"/>
            <a:ext cx="1085750" cy="966153"/>
            <a:chOff x="-40775" y="178450"/>
            <a:chExt cx="1061600" cy="970525"/>
          </a:xfrm>
        </p:grpSpPr>
        <p:sp>
          <p:nvSpPr>
            <p:cNvPr id="8493" name="Google Shape;8493;p20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p20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p20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20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20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98" name="Google Shape;8498;p204"/>
          <p:cNvGrpSpPr/>
          <p:nvPr/>
        </p:nvGrpSpPr>
        <p:grpSpPr>
          <a:xfrm>
            <a:off x="1593469" y="4759901"/>
            <a:ext cx="204605" cy="264756"/>
            <a:chOff x="2390900" y="733575"/>
            <a:chExt cx="263700" cy="341225"/>
          </a:xfrm>
        </p:grpSpPr>
        <p:sp>
          <p:nvSpPr>
            <p:cNvPr id="8499" name="Google Shape;8499;p20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20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5">
    <p:spTree>
      <p:nvGrpSpPr>
        <p:cNvPr id="8501" name="Shape 8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02" name="Google Shape;8502;p205"/>
          <p:cNvGrpSpPr/>
          <p:nvPr/>
        </p:nvGrpSpPr>
        <p:grpSpPr>
          <a:xfrm flipH="1" rot="-5767572">
            <a:off x="-467081" y="204554"/>
            <a:ext cx="1475237" cy="1312730"/>
            <a:chOff x="-40775" y="178450"/>
            <a:chExt cx="1061600" cy="970525"/>
          </a:xfrm>
        </p:grpSpPr>
        <p:sp>
          <p:nvSpPr>
            <p:cNvPr id="8503" name="Google Shape;8503;p2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2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2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2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2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08" name="Google Shape;8508;p205"/>
          <p:cNvGrpSpPr/>
          <p:nvPr/>
        </p:nvGrpSpPr>
        <p:grpSpPr>
          <a:xfrm rot="-5032451">
            <a:off x="773360" y="-167618"/>
            <a:ext cx="921209" cy="819714"/>
            <a:chOff x="-40775" y="178450"/>
            <a:chExt cx="1061600" cy="970525"/>
          </a:xfrm>
        </p:grpSpPr>
        <p:sp>
          <p:nvSpPr>
            <p:cNvPr id="8509" name="Google Shape;8509;p2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2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2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2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2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14" name="Google Shape;8514;p205"/>
          <p:cNvGrpSpPr/>
          <p:nvPr/>
        </p:nvGrpSpPr>
        <p:grpSpPr>
          <a:xfrm flipH="1" rot="-1440117">
            <a:off x="3898915" y="4506115"/>
            <a:ext cx="1346157" cy="1197875"/>
            <a:chOff x="-40775" y="178450"/>
            <a:chExt cx="1061600" cy="970525"/>
          </a:xfrm>
        </p:grpSpPr>
        <p:sp>
          <p:nvSpPr>
            <p:cNvPr id="8515" name="Google Shape;8515;p2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2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2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2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2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0" name="Google Shape;8520;p205"/>
          <p:cNvGrpSpPr/>
          <p:nvPr/>
        </p:nvGrpSpPr>
        <p:grpSpPr>
          <a:xfrm>
            <a:off x="1870869" y="164251"/>
            <a:ext cx="204605" cy="264756"/>
            <a:chOff x="2390900" y="733575"/>
            <a:chExt cx="263700" cy="341225"/>
          </a:xfrm>
        </p:grpSpPr>
        <p:sp>
          <p:nvSpPr>
            <p:cNvPr id="8521" name="Google Shape;8521;p2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2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3" name="Google Shape;8523;p205"/>
          <p:cNvGrpSpPr/>
          <p:nvPr/>
        </p:nvGrpSpPr>
        <p:grpSpPr>
          <a:xfrm>
            <a:off x="5505844" y="4893401"/>
            <a:ext cx="204605" cy="264756"/>
            <a:chOff x="2390900" y="733575"/>
            <a:chExt cx="263700" cy="341225"/>
          </a:xfrm>
        </p:grpSpPr>
        <p:sp>
          <p:nvSpPr>
            <p:cNvPr id="8524" name="Google Shape;8524;p20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20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6" name="Google Shape;8526;p205"/>
          <p:cNvGrpSpPr/>
          <p:nvPr/>
        </p:nvGrpSpPr>
        <p:grpSpPr>
          <a:xfrm rot="3175104">
            <a:off x="7886900" y="-7671"/>
            <a:ext cx="1683730" cy="1498171"/>
            <a:chOff x="-40775" y="178450"/>
            <a:chExt cx="1061600" cy="970525"/>
          </a:xfrm>
        </p:grpSpPr>
        <p:sp>
          <p:nvSpPr>
            <p:cNvPr id="8527" name="Google Shape;8527;p20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20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20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20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20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32" name="Google Shape;8532;p20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9">
    <p:spTree>
      <p:nvGrpSpPr>
        <p:cNvPr id="8533" name="Shape 8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4" name="Google Shape;8534;p206"/>
          <p:cNvGrpSpPr/>
          <p:nvPr/>
        </p:nvGrpSpPr>
        <p:grpSpPr>
          <a:xfrm flipH="1" rot="-853214">
            <a:off x="3208664" y="-545055"/>
            <a:ext cx="1667705" cy="1524562"/>
            <a:chOff x="-40775" y="178450"/>
            <a:chExt cx="1061600" cy="970525"/>
          </a:xfrm>
        </p:grpSpPr>
        <p:sp>
          <p:nvSpPr>
            <p:cNvPr id="8535" name="Google Shape;8535;p2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2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2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2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2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40" name="Google Shape;8540;p206"/>
          <p:cNvGrpSpPr/>
          <p:nvPr/>
        </p:nvGrpSpPr>
        <p:grpSpPr>
          <a:xfrm>
            <a:off x="2643769" y="206214"/>
            <a:ext cx="204605" cy="264756"/>
            <a:chOff x="2390900" y="733575"/>
            <a:chExt cx="263700" cy="341225"/>
          </a:xfrm>
        </p:grpSpPr>
        <p:sp>
          <p:nvSpPr>
            <p:cNvPr id="8541" name="Google Shape;8541;p2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2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43" name="Google Shape;8543;p206"/>
          <p:cNvSpPr txBox="1"/>
          <p:nvPr>
            <p:ph type="title"/>
          </p:nvPr>
        </p:nvSpPr>
        <p:spPr>
          <a:xfrm>
            <a:off x="4905013" y="3432053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44" name="Google Shape;8544;p206"/>
          <p:cNvSpPr txBox="1"/>
          <p:nvPr>
            <p:ph idx="2" type="title"/>
          </p:nvPr>
        </p:nvSpPr>
        <p:spPr>
          <a:xfrm>
            <a:off x="4904977" y="1838225"/>
            <a:ext cx="3525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45" name="Google Shape;8545;p206"/>
          <p:cNvSpPr txBox="1"/>
          <p:nvPr>
            <p:ph idx="1" type="subTitle"/>
          </p:nvPr>
        </p:nvSpPr>
        <p:spPr>
          <a:xfrm>
            <a:off x="4904961" y="3831425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46" name="Google Shape;8546;p206"/>
          <p:cNvSpPr txBox="1"/>
          <p:nvPr>
            <p:ph idx="3" type="subTitle"/>
          </p:nvPr>
        </p:nvSpPr>
        <p:spPr>
          <a:xfrm>
            <a:off x="4904925" y="2237597"/>
            <a:ext cx="3525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47" name="Google Shape;8547;p206"/>
          <p:cNvSpPr txBox="1"/>
          <p:nvPr>
            <p:ph idx="4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8548" name="Google Shape;8548;p206"/>
          <p:cNvGrpSpPr/>
          <p:nvPr/>
        </p:nvGrpSpPr>
        <p:grpSpPr>
          <a:xfrm>
            <a:off x="231144" y="1517964"/>
            <a:ext cx="204605" cy="264756"/>
            <a:chOff x="2390900" y="733575"/>
            <a:chExt cx="263700" cy="341225"/>
          </a:xfrm>
        </p:grpSpPr>
        <p:sp>
          <p:nvSpPr>
            <p:cNvPr id="8549" name="Google Shape;8549;p20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20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51" name="Google Shape;8551;p206"/>
          <p:cNvGrpSpPr/>
          <p:nvPr/>
        </p:nvGrpSpPr>
        <p:grpSpPr>
          <a:xfrm flipH="1" rot="-2699691">
            <a:off x="2713233" y="4237022"/>
            <a:ext cx="1667676" cy="1524606"/>
            <a:chOff x="-40775" y="178450"/>
            <a:chExt cx="1061600" cy="970525"/>
          </a:xfrm>
        </p:grpSpPr>
        <p:sp>
          <p:nvSpPr>
            <p:cNvPr id="8552" name="Google Shape;8552;p20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20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20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20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20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8557" name="Shape 8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8" name="Google Shape;8558;p207"/>
          <p:cNvGrpSpPr/>
          <p:nvPr/>
        </p:nvGrpSpPr>
        <p:grpSpPr>
          <a:xfrm flipH="1" rot="-3716346">
            <a:off x="-458144" y="4710"/>
            <a:ext cx="1667742" cy="1524621"/>
            <a:chOff x="-40775" y="178450"/>
            <a:chExt cx="1061600" cy="970525"/>
          </a:xfrm>
        </p:grpSpPr>
        <p:sp>
          <p:nvSpPr>
            <p:cNvPr id="8559" name="Google Shape;8559;p2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2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2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2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2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64" name="Google Shape;8564;p207"/>
          <p:cNvGrpSpPr/>
          <p:nvPr/>
        </p:nvGrpSpPr>
        <p:grpSpPr>
          <a:xfrm flipH="1" rot="-981162">
            <a:off x="3004342" y="4295448"/>
            <a:ext cx="1667721" cy="1524580"/>
            <a:chOff x="-40775" y="178450"/>
            <a:chExt cx="1061600" cy="970525"/>
          </a:xfrm>
        </p:grpSpPr>
        <p:sp>
          <p:nvSpPr>
            <p:cNvPr id="8565" name="Google Shape;8565;p2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2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2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2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2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0" name="Google Shape;8570;p207"/>
          <p:cNvGrpSpPr/>
          <p:nvPr/>
        </p:nvGrpSpPr>
        <p:grpSpPr>
          <a:xfrm flipH="1" rot="-4160552">
            <a:off x="4894245" y="4347965"/>
            <a:ext cx="1228371" cy="1122954"/>
            <a:chOff x="-40775" y="178450"/>
            <a:chExt cx="1061600" cy="970525"/>
          </a:xfrm>
        </p:grpSpPr>
        <p:sp>
          <p:nvSpPr>
            <p:cNvPr id="8571" name="Google Shape;8571;p2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2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2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2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2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6" name="Google Shape;8576;p207"/>
          <p:cNvGrpSpPr/>
          <p:nvPr/>
        </p:nvGrpSpPr>
        <p:grpSpPr>
          <a:xfrm flipH="1" rot="-3158133">
            <a:off x="7878508" y="210650"/>
            <a:ext cx="1667751" cy="1524615"/>
            <a:chOff x="-40775" y="178450"/>
            <a:chExt cx="1061600" cy="970525"/>
          </a:xfrm>
        </p:grpSpPr>
        <p:sp>
          <p:nvSpPr>
            <p:cNvPr id="8577" name="Google Shape;8577;p207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207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207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207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207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2" name="Google Shape;8582;p207"/>
          <p:cNvGrpSpPr/>
          <p:nvPr/>
        </p:nvGrpSpPr>
        <p:grpSpPr>
          <a:xfrm>
            <a:off x="197219" y="1645539"/>
            <a:ext cx="204605" cy="264756"/>
            <a:chOff x="2390900" y="733575"/>
            <a:chExt cx="263700" cy="341225"/>
          </a:xfrm>
        </p:grpSpPr>
        <p:sp>
          <p:nvSpPr>
            <p:cNvPr id="8583" name="Google Shape;8583;p2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p2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5" name="Google Shape;8585;p207"/>
          <p:cNvGrpSpPr/>
          <p:nvPr/>
        </p:nvGrpSpPr>
        <p:grpSpPr>
          <a:xfrm>
            <a:off x="7703144" y="303489"/>
            <a:ext cx="204605" cy="264756"/>
            <a:chOff x="2390900" y="733575"/>
            <a:chExt cx="263700" cy="341225"/>
          </a:xfrm>
        </p:grpSpPr>
        <p:sp>
          <p:nvSpPr>
            <p:cNvPr id="8586" name="Google Shape;8586;p2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2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8" name="Google Shape;8588;p207"/>
          <p:cNvGrpSpPr/>
          <p:nvPr/>
        </p:nvGrpSpPr>
        <p:grpSpPr>
          <a:xfrm>
            <a:off x="4419569" y="4258464"/>
            <a:ext cx="204605" cy="264756"/>
            <a:chOff x="2390900" y="733575"/>
            <a:chExt cx="263700" cy="341225"/>
          </a:xfrm>
        </p:grpSpPr>
        <p:sp>
          <p:nvSpPr>
            <p:cNvPr id="8589" name="Google Shape;8589;p207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207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91" name="Google Shape;8591;p20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592" name="Google Shape;8592;p207"/>
          <p:cNvSpPr txBox="1"/>
          <p:nvPr>
            <p:ph idx="1" type="subTitle"/>
          </p:nvPr>
        </p:nvSpPr>
        <p:spPr>
          <a:xfrm>
            <a:off x="77242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8593" name="Google Shape;8593;p207"/>
          <p:cNvSpPr txBox="1"/>
          <p:nvPr>
            <p:ph idx="2" type="subTitle"/>
          </p:nvPr>
        </p:nvSpPr>
        <p:spPr>
          <a:xfrm>
            <a:off x="4783575" y="1406375"/>
            <a:ext cx="35880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200"/>
              <a:buFont typeface="Rubik Black"/>
              <a:buNone/>
              <a:defRPr sz="2200">
                <a:solidFill>
                  <a:schemeClr val="accent2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8594" name="Google Shape;8594;p207"/>
          <p:cNvSpPr txBox="1"/>
          <p:nvPr>
            <p:ph idx="3" type="subTitle"/>
          </p:nvPr>
        </p:nvSpPr>
        <p:spPr>
          <a:xfrm>
            <a:off x="772425" y="189275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595" name="Google Shape;8595;p207"/>
          <p:cNvSpPr txBox="1"/>
          <p:nvPr>
            <p:ph idx="4" type="subTitle"/>
          </p:nvPr>
        </p:nvSpPr>
        <p:spPr>
          <a:xfrm>
            <a:off x="4783575" y="1887100"/>
            <a:ext cx="3588000" cy="20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Work Sans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78A7D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5">
    <p:spTree>
      <p:nvGrpSpPr>
        <p:cNvPr id="8596" name="Shape 8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7" name="Google Shape;8597;p208"/>
          <p:cNvGrpSpPr/>
          <p:nvPr/>
        </p:nvGrpSpPr>
        <p:grpSpPr>
          <a:xfrm flipH="1" rot="415585">
            <a:off x="8027444" y="2372383"/>
            <a:ext cx="1831035" cy="1674034"/>
            <a:chOff x="-40775" y="178450"/>
            <a:chExt cx="1061600" cy="970525"/>
          </a:xfrm>
        </p:grpSpPr>
        <p:sp>
          <p:nvSpPr>
            <p:cNvPr id="8598" name="Google Shape;8598;p2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2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2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2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2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3" name="Google Shape;8603;p208"/>
          <p:cNvGrpSpPr/>
          <p:nvPr/>
        </p:nvGrpSpPr>
        <p:grpSpPr>
          <a:xfrm flipH="1" rot="-4577940">
            <a:off x="-489644" y="174778"/>
            <a:ext cx="1667777" cy="1524580"/>
            <a:chOff x="-40775" y="178450"/>
            <a:chExt cx="1061600" cy="970525"/>
          </a:xfrm>
        </p:grpSpPr>
        <p:sp>
          <p:nvSpPr>
            <p:cNvPr id="8604" name="Google Shape;8604;p2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2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2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2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2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9" name="Google Shape;8609;p208"/>
          <p:cNvGrpSpPr/>
          <p:nvPr/>
        </p:nvGrpSpPr>
        <p:grpSpPr>
          <a:xfrm flipH="1" rot="-1480620">
            <a:off x="-281701" y="1726695"/>
            <a:ext cx="1099481" cy="1005108"/>
            <a:chOff x="-40775" y="178450"/>
            <a:chExt cx="1061600" cy="970525"/>
          </a:xfrm>
        </p:grpSpPr>
        <p:sp>
          <p:nvSpPr>
            <p:cNvPr id="8610" name="Google Shape;8610;p2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2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2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2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2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5" name="Google Shape;8615;p208"/>
          <p:cNvGrpSpPr/>
          <p:nvPr/>
        </p:nvGrpSpPr>
        <p:grpSpPr>
          <a:xfrm flipH="1" rot="6414385">
            <a:off x="7811440" y="1330521"/>
            <a:ext cx="947670" cy="866276"/>
            <a:chOff x="-40775" y="178450"/>
            <a:chExt cx="1061600" cy="970525"/>
          </a:xfrm>
        </p:grpSpPr>
        <p:sp>
          <p:nvSpPr>
            <p:cNvPr id="8616" name="Google Shape;8616;p208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208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208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208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208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21" name="Google Shape;8621;p208"/>
          <p:cNvGrpSpPr/>
          <p:nvPr/>
        </p:nvGrpSpPr>
        <p:grpSpPr>
          <a:xfrm>
            <a:off x="881394" y="1543089"/>
            <a:ext cx="204605" cy="264756"/>
            <a:chOff x="2390900" y="733575"/>
            <a:chExt cx="263700" cy="341225"/>
          </a:xfrm>
        </p:grpSpPr>
        <p:sp>
          <p:nvSpPr>
            <p:cNvPr id="8622" name="Google Shape;8622;p2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2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24" name="Google Shape;8624;p208"/>
          <p:cNvGrpSpPr/>
          <p:nvPr/>
        </p:nvGrpSpPr>
        <p:grpSpPr>
          <a:xfrm>
            <a:off x="7933244" y="3627164"/>
            <a:ext cx="204605" cy="264756"/>
            <a:chOff x="2390900" y="733575"/>
            <a:chExt cx="263700" cy="341225"/>
          </a:xfrm>
        </p:grpSpPr>
        <p:sp>
          <p:nvSpPr>
            <p:cNvPr id="8625" name="Google Shape;8625;p208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208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27" name="Google Shape;8627;p20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628" name="Google Shape;8628;p208"/>
          <p:cNvSpPr txBox="1"/>
          <p:nvPr>
            <p:ph idx="2" type="title"/>
          </p:nvPr>
        </p:nvSpPr>
        <p:spPr>
          <a:xfrm>
            <a:off x="1475217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629" name="Google Shape;8629;p208"/>
          <p:cNvSpPr txBox="1"/>
          <p:nvPr>
            <p:ph idx="3" type="title"/>
          </p:nvPr>
        </p:nvSpPr>
        <p:spPr>
          <a:xfrm>
            <a:off x="4794468" y="3701525"/>
            <a:ext cx="28743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630" name="Google Shape;8630;p208"/>
          <p:cNvSpPr txBox="1"/>
          <p:nvPr>
            <p:ph idx="1" type="subTitle"/>
          </p:nvPr>
        </p:nvSpPr>
        <p:spPr>
          <a:xfrm>
            <a:off x="147517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31" name="Google Shape;8631;p208"/>
          <p:cNvSpPr txBox="1"/>
          <p:nvPr>
            <p:ph idx="4" type="subTitle"/>
          </p:nvPr>
        </p:nvSpPr>
        <p:spPr>
          <a:xfrm>
            <a:off x="4794425" y="4102925"/>
            <a:ext cx="2874300" cy="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10">
    <p:spTree>
      <p:nvGrpSpPr>
        <p:cNvPr id="8632" name="Shape 8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33" name="Google Shape;8633;p209"/>
          <p:cNvGrpSpPr/>
          <p:nvPr/>
        </p:nvGrpSpPr>
        <p:grpSpPr>
          <a:xfrm flipH="1" rot="-3639737">
            <a:off x="4698853" y="4197405"/>
            <a:ext cx="1769563" cy="1617826"/>
            <a:chOff x="-40775" y="178450"/>
            <a:chExt cx="1061600" cy="970525"/>
          </a:xfrm>
        </p:grpSpPr>
        <p:sp>
          <p:nvSpPr>
            <p:cNvPr id="8634" name="Google Shape;8634;p2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2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2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2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2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9" name="Google Shape;8639;p209"/>
          <p:cNvGrpSpPr/>
          <p:nvPr/>
        </p:nvGrpSpPr>
        <p:grpSpPr>
          <a:xfrm flipH="1" rot="-2350096">
            <a:off x="7493238" y="-660940"/>
            <a:ext cx="1844018" cy="1685805"/>
            <a:chOff x="-40775" y="178450"/>
            <a:chExt cx="1061600" cy="970525"/>
          </a:xfrm>
        </p:grpSpPr>
        <p:sp>
          <p:nvSpPr>
            <p:cNvPr id="8640" name="Google Shape;8640;p2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2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2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2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2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45" name="Google Shape;8645;p209"/>
          <p:cNvGrpSpPr/>
          <p:nvPr/>
        </p:nvGrpSpPr>
        <p:grpSpPr>
          <a:xfrm flipH="1" rot="1219222">
            <a:off x="5908912" y="-555614"/>
            <a:ext cx="1446876" cy="1322806"/>
            <a:chOff x="-40775" y="178450"/>
            <a:chExt cx="1061600" cy="970525"/>
          </a:xfrm>
        </p:grpSpPr>
        <p:sp>
          <p:nvSpPr>
            <p:cNvPr id="8646" name="Google Shape;8646;p209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209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209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209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209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1" name="Google Shape;8651;p209"/>
          <p:cNvGrpSpPr/>
          <p:nvPr/>
        </p:nvGrpSpPr>
        <p:grpSpPr>
          <a:xfrm>
            <a:off x="6838369" y="4585976"/>
            <a:ext cx="204605" cy="264756"/>
            <a:chOff x="2390900" y="733575"/>
            <a:chExt cx="263700" cy="341225"/>
          </a:xfrm>
        </p:grpSpPr>
        <p:sp>
          <p:nvSpPr>
            <p:cNvPr id="8652" name="Google Shape;8652;p2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2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4" name="Google Shape;8654;p209"/>
          <p:cNvGrpSpPr/>
          <p:nvPr/>
        </p:nvGrpSpPr>
        <p:grpSpPr>
          <a:xfrm>
            <a:off x="5649119" y="414351"/>
            <a:ext cx="204605" cy="264756"/>
            <a:chOff x="2390900" y="733575"/>
            <a:chExt cx="263700" cy="341225"/>
          </a:xfrm>
        </p:grpSpPr>
        <p:sp>
          <p:nvSpPr>
            <p:cNvPr id="8655" name="Google Shape;8655;p2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2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7" name="Google Shape;8657;p209"/>
          <p:cNvGrpSpPr/>
          <p:nvPr/>
        </p:nvGrpSpPr>
        <p:grpSpPr>
          <a:xfrm>
            <a:off x="308069" y="1076801"/>
            <a:ext cx="204605" cy="264756"/>
            <a:chOff x="2390900" y="733575"/>
            <a:chExt cx="263700" cy="341225"/>
          </a:xfrm>
        </p:grpSpPr>
        <p:sp>
          <p:nvSpPr>
            <p:cNvPr id="8658" name="Google Shape;8658;p209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209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60" name="Google Shape;8660;p20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661" name="Google Shape;8661;p209"/>
          <p:cNvSpPr txBox="1"/>
          <p:nvPr>
            <p:ph idx="1" type="subTitle"/>
          </p:nvPr>
        </p:nvSpPr>
        <p:spPr>
          <a:xfrm>
            <a:off x="7132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62" name="Google Shape;8662;p209"/>
          <p:cNvSpPr txBox="1"/>
          <p:nvPr>
            <p:ph idx="2" type="subTitle"/>
          </p:nvPr>
        </p:nvSpPr>
        <p:spPr>
          <a:xfrm>
            <a:off x="4572125" y="1218575"/>
            <a:ext cx="3858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1">
    <p:spTree>
      <p:nvGrpSpPr>
        <p:cNvPr id="8663" name="Shape 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64" name="Google Shape;8664;p210"/>
          <p:cNvGrpSpPr/>
          <p:nvPr/>
        </p:nvGrpSpPr>
        <p:grpSpPr>
          <a:xfrm rot="-220">
            <a:off x="2928590" y="4129797"/>
            <a:ext cx="1659493" cy="1517222"/>
            <a:chOff x="-40775" y="178450"/>
            <a:chExt cx="1061600" cy="970525"/>
          </a:xfrm>
        </p:grpSpPr>
        <p:sp>
          <p:nvSpPr>
            <p:cNvPr id="8665" name="Google Shape;8665;p2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2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2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2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2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0" name="Google Shape;8670;p210"/>
          <p:cNvGrpSpPr/>
          <p:nvPr/>
        </p:nvGrpSpPr>
        <p:grpSpPr>
          <a:xfrm rot="4132868">
            <a:off x="1860402" y="3978701"/>
            <a:ext cx="1057463" cy="966799"/>
            <a:chOff x="-40775" y="178450"/>
            <a:chExt cx="1061600" cy="970525"/>
          </a:xfrm>
        </p:grpSpPr>
        <p:sp>
          <p:nvSpPr>
            <p:cNvPr id="8671" name="Google Shape;8671;p2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2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p2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2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p2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6" name="Google Shape;8676;p210"/>
          <p:cNvGrpSpPr/>
          <p:nvPr/>
        </p:nvGrpSpPr>
        <p:grpSpPr>
          <a:xfrm flipH="1" rot="-1201127">
            <a:off x="-214116" y="62059"/>
            <a:ext cx="1500010" cy="1334575"/>
            <a:chOff x="-40775" y="178450"/>
            <a:chExt cx="1061600" cy="970525"/>
          </a:xfrm>
        </p:grpSpPr>
        <p:sp>
          <p:nvSpPr>
            <p:cNvPr id="8677" name="Google Shape;8677;p2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2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2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2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2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2" name="Google Shape;8682;p210"/>
          <p:cNvGrpSpPr/>
          <p:nvPr/>
        </p:nvGrpSpPr>
        <p:grpSpPr>
          <a:xfrm rot="4695432">
            <a:off x="7981948" y="733336"/>
            <a:ext cx="1333789" cy="1186643"/>
            <a:chOff x="-40775" y="178450"/>
            <a:chExt cx="1061600" cy="970525"/>
          </a:xfrm>
        </p:grpSpPr>
        <p:sp>
          <p:nvSpPr>
            <p:cNvPr id="8683" name="Google Shape;8683;p210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210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210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210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210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8" name="Google Shape;8688;p210"/>
          <p:cNvGrpSpPr/>
          <p:nvPr/>
        </p:nvGrpSpPr>
        <p:grpSpPr>
          <a:xfrm>
            <a:off x="1476219" y="4467051"/>
            <a:ext cx="204605" cy="264756"/>
            <a:chOff x="2390900" y="733575"/>
            <a:chExt cx="263700" cy="341225"/>
          </a:xfrm>
        </p:grpSpPr>
        <p:sp>
          <p:nvSpPr>
            <p:cNvPr id="8689" name="Google Shape;8689;p2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2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1" name="Google Shape;8691;p210"/>
          <p:cNvGrpSpPr/>
          <p:nvPr/>
        </p:nvGrpSpPr>
        <p:grpSpPr>
          <a:xfrm>
            <a:off x="8008394" y="340076"/>
            <a:ext cx="204605" cy="264756"/>
            <a:chOff x="2390900" y="733575"/>
            <a:chExt cx="263700" cy="341225"/>
          </a:xfrm>
        </p:grpSpPr>
        <p:sp>
          <p:nvSpPr>
            <p:cNvPr id="8692" name="Google Shape;8692;p210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210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94" name="Google Shape;8694;p210"/>
          <p:cNvSpPr txBox="1"/>
          <p:nvPr>
            <p:ph type="title"/>
          </p:nvPr>
        </p:nvSpPr>
        <p:spPr>
          <a:xfrm>
            <a:off x="713261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695" name="Google Shape;8695;p210"/>
          <p:cNvSpPr txBox="1"/>
          <p:nvPr>
            <p:ph idx="2" type="title"/>
          </p:nvPr>
        </p:nvSpPr>
        <p:spPr>
          <a:xfrm>
            <a:off x="3359723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696" name="Google Shape;8696;p210"/>
          <p:cNvSpPr txBox="1"/>
          <p:nvPr>
            <p:ph idx="3" type="title"/>
          </p:nvPr>
        </p:nvSpPr>
        <p:spPr>
          <a:xfrm>
            <a:off x="6006236" y="24894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697" name="Google Shape;8697;p210"/>
          <p:cNvSpPr txBox="1"/>
          <p:nvPr>
            <p:ph idx="1" type="subTitle"/>
          </p:nvPr>
        </p:nvSpPr>
        <p:spPr>
          <a:xfrm>
            <a:off x="713225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98" name="Google Shape;8698;p210"/>
          <p:cNvSpPr txBox="1"/>
          <p:nvPr>
            <p:ph idx="4" type="subTitle"/>
          </p:nvPr>
        </p:nvSpPr>
        <p:spPr>
          <a:xfrm>
            <a:off x="3359688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99" name="Google Shape;8699;p210"/>
          <p:cNvSpPr txBox="1"/>
          <p:nvPr>
            <p:ph idx="5" type="subTitle"/>
          </p:nvPr>
        </p:nvSpPr>
        <p:spPr>
          <a:xfrm>
            <a:off x="6006200" y="28888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00" name="Google Shape;8700;p210"/>
          <p:cNvSpPr txBox="1"/>
          <p:nvPr>
            <p:ph idx="6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3">
    <p:spTree>
      <p:nvGrpSpPr>
        <p:cNvPr id="8701" name="Shape 8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2" name="Google Shape;8702;p211"/>
          <p:cNvGrpSpPr/>
          <p:nvPr/>
        </p:nvGrpSpPr>
        <p:grpSpPr>
          <a:xfrm flipH="1" rot="-495">
            <a:off x="-390872" y="128309"/>
            <a:ext cx="1475199" cy="1312732"/>
            <a:chOff x="-40775" y="178450"/>
            <a:chExt cx="1061600" cy="970525"/>
          </a:xfrm>
        </p:grpSpPr>
        <p:sp>
          <p:nvSpPr>
            <p:cNvPr id="8703" name="Google Shape;8703;p2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2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2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2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2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08" name="Google Shape;8708;p211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8709" name="Google Shape;8709;p2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2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2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2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2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4" name="Google Shape;8714;p211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8715" name="Google Shape;8715;p2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2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2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2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2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0" name="Google Shape;8720;p211"/>
          <p:cNvGrpSpPr/>
          <p:nvPr/>
        </p:nvGrpSpPr>
        <p:grpSpPr>
          <a:xfrm rot="3207036">
            <a:off x="7914747" y="840167"/>
            <a:ext cx="1533441" cy="1364540"/>
            <a:chOff x="-40775" y="178450"/>
            <a:chExt cx="1061600" cy="970525"/>
          </a:xfrm>
        </p:grpSpPr>
        <p:sp>
          <p:nvSpPr>
            <p:cNvPr id="8721" name="Google Shape;8721;p211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211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211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211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211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6" name="Google Shape;8726;p211"/>
          <p:cNvGrpSpPr/>
          <p:nvPr/>
        </p:nvGrpSpPr>
        <p:grpSpPr>
          <a:xfrm>
            <a:off x="312344" y="1709076"/>
            <a:ext cx="204605" cy="264756"/>
            <a:chOff x="2390900" y="733575"/>
            <a:chExt cx="263700" cy="341225"/>
          </a:xfrm>
        </p:grpSpPr>
        <p:sp>
          <p:nvSpPr>
            <p:cNvPr id="8727" name="Google Shape;8727;p2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2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9" name="Google Shape;8729;p211"/>
          <p:cNvGrpSpPr/>
          <p:nvPr/>
        </p:nvGrpSpPr>
        <p:grpSpPr>
          <a:xfrm>
            <a:off x="8430769" y="500151"/>
            <a:ext cx="204605" cy="264756"/>
            <a:chOff x="2390900" y="733575"/>
            <a:chExt cx="263700" cy="341225"/>
          </a:xfrm>
        </p:grpSpPr>
        <p:sp>
          <p:nvSpPr>
            <p:cNvPr id="8730" name="Google Shape;8730;p211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211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32" name="Google Shape;8732;p211"/>
          <p:cNvSpPr txBox="1"/>
          <p:nvPr>
            <p:ph type="title"/>
          </p:nvPr>
        </p:nvSpPr>
        <p:spPr>
          <a:xfrm>
            <a:off x="713225" y="510075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733" name="Google Shape;8733;p211"/>
          <p:cNvSpPr txBox="1"/>
          <p:nvPr>
            <p:ph idx="2" type="title"/>
          </p:nvPr>
        </p:nvSpPr>
        <p:spPr>
          <a:xfrm>
            <a:off x="1307301" y="180161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34" name="Google Shape;8734;p211"/>
          <p:cNvSpPr txBox="1"/>
          <p:nvPr>
            <p:ph idx="3" type="title"/>
          </p:nvPr>
        </p:nvSpPr>
        <p:spPr>
          <a:xfrm>
            <a:off x="5195751" y="1801625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35" name="Google Shape;8735;p211"/>
          <p:cNvSpPr txBox="1"/>
          <p:nvPr>
            <p:ph idx="1" type="subTitle"/>
          </p:nvPr>
        </p:nvSpPr>
        <p:spPr>
          <a:xfrm>
            <a:off x="1307263" y="2200984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36" name="Google Shape;8736;p211"/>
          <p:cNvSpPr txBox="1"/>
          <p:nvPr>
            <p:ph idx="4" type="subTitle"/>
          </p:nvPr>
        </p:nvSpPr>
        <p:spPr>
          <a:xfrm>
            <a:off x="5195713" y="2200997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37" name="Google Shape;8737;p211"/>
          <p:cNvSpPr txBox="1"/>
          <p:nvPr>
            <p:ph idx="5" type="title"/>
          </p:nvPr>
        </p:nvSpPr>
        <p:spPr>
          <a:xfrm>
            <a:off x="1307329" y="3511128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38" name="Google Shape;8738;p211"/>
          <p:cNvSpPr txBox="1"/>
          <p:nvPr>
            <p:ph idx="6" type="title"/>
          </p:nvPr>
        </p:nvSpPr>
        <p:spPr>
          <a:xfrm>
            <a:off x="5195779" y="3511153"/>
            <a:ext cx="26409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39" name="Google Shape;8739;p211"/>
          <p:cNvSpPr txBox="1"/>
          <p:nvPr>
            <p:ph idx="7" type="subTitle"/>
          </p:nvPr>
        </p:nvSpPr>
        <p:spPr>
          <a:xfrm>
            <a:off x="1307290" y="3910500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40" name="Google Shape;8740;p211"/>
          <p:cNvSpPr txBox="1"/>
          <p:nvPr>
            <p:ph idx="8" type="subTitle"/>
          </p:nvPr>
        </p:nvSpPr>
        <p:spPr>
          <a:xfrm>
            <a:off x="5195740" y="3910525"/>
            <a:ext cx="2640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8">
    <p:spTree>
      <p:nvGrpSpPr>
        <p:cNvPr id="8741" name="Shape 8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42" name="Google Shape;8742;p212"/>
          <p:cNvGrpSpPr/>
          <p:nvPr/>
        </p:nvGrpSpPr>
        <p:grpSpPr>
          <a:xfrm flipH="1" rot="1388065">
            <a:off x="-596108" y="-38870"/>
            <a:ext cx="1667694" cy="1524673"/>
            <a:chOff x="-40775" y="178450"/>
            <a:chExt cx="1061600" cy="970525"/>
          </a:xfrm>
        </p:grpSpPr>
        <p:sp>
          <p:nvSpPr>
            <p:cNvPr id="8743" name="Google Shape;8743;p2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2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2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2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2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8" name="Google Shape;8748;p212"/>
          <p:cNvGrpSpPr/>
          <p:nvPr/>
        </p:nvGrpSpPr>
        <p:grpSpPr>
          <a:xfrm flipH="1" rot="-5252600">
            <a:off x="908951" y="-235913"/>
            <a:ext cx="1116981" cy="1021154"/>
            <a:chOff x="-40775" y="178450"/>
            <a:chExt cx="1061600" cy="970525"/>
          </a:xfrm>
        </p:grpSpPr>
        <p:sp>
          <p:nvSpPr>
            <p:cNvPr id="8749" name="Google Shape;8749;p2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2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2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2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2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54" name="Google Shape;8754;p212"/>
          <p:cNvGrpSpPr/>
          <p:nvPr/>
        </p:nvGrpSpPr>
        <p:grpSpPr>
          <a:xfrm flipH="1" rot="219">
            <a:off x="5510104" y="4490190"/>
            <a:ext cx="1667667" cy="1524598"/>
            <a:chOff x="-40775" y="178450"/>
            <a:chExt cx="1061600" cy="970525"/>
          </a:xfrm>
        </p:grpSpPr>
        <p:sp>
          <p:nvSpPr>
            <p:cNvPr id="8755" name="Google Shape;8755;p2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2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2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2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2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0" name="Google Shape;8760;p212"/>
          <p:cNvGrpSpPr/>
          <p:nvPr/>
        </p:nvGrpSpPr>
        <p:grpSpPr>
          <a:xfrm flipH="1" rot="-3589765">
            <a:off x="8084385" y="97652"/>
            <a:ext cx="1667674" cy="1524639"/>
            <a:chOff x="-40775" y="178450"/>
            <a:chExt cx="1061600" cy="970525"/>
          </a:xfrm>
        </p:grpSpPr>
        <p:sp>
          <p:nvSpPr>
            <p:cNvPr id="8761" name="Google Shape;8761;p212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212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p212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212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212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6" name="Google Shape;8766;p212"/>
          <p:cNvGrpSpPr/>
          <p:nvPr/>
        </p:nvGrpSpPr>
        <p:grpSpPr>
          <a:xfrm>
            <a:off x="2078869" y="434814"/>
            <a:ext cx="204605" cy="264756"/>
            <a:chOff x="2390900" y="733575"/>
            <a:chExt cx="263700" cy="341225"/>
          </a:xfrm>
        </p:grpSpPr>
        <p:sp>
          <p:nvSpPr>
            <p:cNvPr id="8767" name="Google Shape;8767;p2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2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9" name="Google Shape;8769;p212"/>
          <p:cNvGrpSpPr/>
          <p:nvPr/>
        </p:nvGrpSpPr>
        <p:grpSpPr>
          <a:xfrm>
            <a:off x="8652719" y="1775364"/>
            <a:ext cx="204605" cy="264756"/>
            <a:chOff x="2390900" y="733575"/>
            <a:chExt cx="263700" cy="341225"/>
          </a:xfrm>
        </p:grpSpPr>
        <p:sp>
          <p:nvSpPr>
            <p:cNvPr id="8770" name="Google Shape;8770;p212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212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72" name="Google Shape;8772;p21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773" name="Google Shape;8773;p212"/>
          <p:cNvSpPr txBox="1"/>
          <p:nvPr>
            <p:ph idx="2" type="title"/>
          </p:nvPr>
        </p:nvSpPr>
        <p:spPr>
          <a:xfrm>
            <a:off x="713261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74" name="Google Shape;8774;p212"/>
          <p:cNvSpPr txBox="1"/>
          <p:nvPr>
            <p:ph idx="3" type="title"/>
          </p:nvPr>
        </p:nvSpPr>
        <p:spPr>
          <a:xfrm>
            <a:off x="3359723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75" name="Google Shape;8775;p212"/>
          <p:cNvSpPr txBox="1"/>
          <p:nvPr>
            <p:ph idx="4" type="title"/>
          </p:nvPr>
        </p:nvSpPr>
        <p:spPr>
          <a:xfrm>
            <a:off x="6006236" y="1879850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76" name="Google Shape;8776;p212"/>
          <p:cNvSpPr txBox="1"/>
          <p:nvPr>
            <p:ph idx="1" type="subTitle"/>
          </p:nvPr>
        </p:nvSpPr>
        <p:spPr>
          <a:xfrm>
            <a:off x="713225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7" name="Google Shape;8777;p212"/>
          <p:cNvSpPr txBox="1"/>
          <p:nvPr>
            <p:ph idx="5" type="subTitle"/>
          </p:nvPr>
        </p:nvSpPr>
        <p:spPr>
          <a:xfrm>
            <a:off x="3359688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8" name="Google Shape;8778;p212"/>
          <p:cNvSpPr txBox="1"/>
          <p:nvPr>
            <p:ph idx="6" type="subTitle"/>
          </p:nvPr>
        </p:nvSpPr>
        <p:spPr>
          <a:xfrm>
            <a:off x="6006200" y="2279221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9" name="Google Shape;8779;p212"/>
          <p:cNvSpPr txBox="1"/>
          <p:nvPr>
            <p:ph idx="7" type="title"/>
          </p:nvPr>
        </p:nvSpPr>
        <p:spPr>
          <a:xfrm>
            <a:off x="713211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80" name="Google Shape;8780;p212"/>
          <p:cNvSpPr txBox="1"/>
          <p:nvPr>
            <p:ph idx="8" type="title"/>
          </p:nvPr>
        </p:nvSpPr>
        <p:spPr>
          <a:xfrm>
            <a:off x="3359673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81" name="Google Shape;8781;p212"/>
          <p:cNvSpPr txBox="1"/>
          <p:nvPr>
            <p:ph idx="9" type="title"/>
          </p:nvPr>
        </p:nvSpPr>
        <p:spPr>
          <a:xfrm>
            <a:off x="6006186" y="3537725"/>
            <a:ext cx="2424600" cy="40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782" name="Google Shape;8782;p212"/>
          <p:cNvSpPr txBox="1"/>
          <p:nvPr>
            <p:ph idx="13" type="subTitle"/>
          </p:nvPr>
        </p:nvSpPr>
        <p:spPr>
          <a:xfrm>
            <a:off x="713175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83" name="Google Shape;8783;p212"/>
          <p:cNvSpPr txBox="1"/>
          <p:nvPr>
            <p:ph idx="14" type="subTitle"/>
          </p:nvPr>
        </p:nvSpPr>
        <p:spPr>
          <a:xfrm>
            <a:off x="3359638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84" name="Google Shape;8784;p212"/>
          <p:cNvSpPr txBox="1"/>
          <p:nvPr>
            <p:ph idx="15" type="subTitle"/>
          </p:nvPr>
        </p:nvSpPr>
        <p:spPr>
          <a:xfrm>
            <a:off x="6006150" y="3937096"/>
            <a:ext cx="242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8785" name="Shape 8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6" name="Google Shape;8786;p213"/>
          <p:cNvGrpSpPr/>
          <p:nvPr/>
        </p:nvGrpSpPr>
        <p:grpSpPr>
          <a:xfrm>
            <a:off x="5728144" y="4599426"/>
            <a:ext cx="204605" cy="264756"/>
            <a:chOff x="2390900" y="733575"/>
            <a:chExt cx="263700" cy="341225"/>
          </a:xfrm>
        </p:grpSpPr>
        <p:sp>
          <p:nvSpPr>
            <p:cNvPr id="8787" name="Google Shape;8787;p2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p2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89" name="Google Shape;8789;p213"/>
          <p:cNvSpPr txBox="1"/>
          <p:nvPr>
            <p:ph type="title"/>
          </p:nvPr>
        </p:nvSpPr>
        <p:spPr>
          <a:xfrm>
            <a:off x="2257925" y="702675"/>
            <a:ext cx="4628100" cy="1222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3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790" name="Google Shape;8790;p213"/>
          <p:cNvSpPr txBox="1"/>
          <p:nvPr>
            <p:ph idx="1" type="subTitle"/>
          </p:nvPr>
        </p:nvSpPr>
        <p:spPr>
          <a:xfrm>
            <a:off x="2257925" y="1765700"/>
            <a:ext cx="4628100" cy="9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91" name="Google Shape;8791;p213"/>
          <p:cNvSpPr txBox="1"/>
          <p:nvPr/>
        </p:nvSpPr>
        <p:spPr>
          <a:xfrm flipH="1">
            <a:off x="2720550" y="3291125"/>
            <a:ext cx="37029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including icons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infographics &amp; images by </a:t>
            </a:r>
            <a:r>
              <a:rPr b="0" i="0" lang="ca" sz="1200" u="none" cap="none" strike="noStrike">
                <a:solidFill>
                  <a:schemeClr val="dk1"/>
                </a:solidFill>
                <a:uFill>
                  <a:noFill/>
                </a:uFill>
                <a:latin typeface="Barlow Medium"/>
                <a:ea typeface="Barlow Medium"/>
                <a:cs typeface="Barlow Medium"/>
                <a:sym typeface="Barlow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ca" sz="12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 </a:t>
            </a:r>
            <a:endParaRPr b="0" i="0" sz="1200" u="none" cap="none" strike="noStrike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grpSp>
        <p:nvGrpSpPr>
          <p:cNvPr id="8792" name="Google Shape;8792;p213"/>
          <p:cNvGrpSpPr/>
          <p:nvPr/>
        </p:nvGrpSpPr>
        <p:grpSpPr>
          <a:xfrm rot="3576742">
            <a:off x="-512624" y="2238639"/>
            <a:ext cx="2062349" cy="1885405"/>
            <a:chOff x="-40775" y="178450"/>
            <a:chExt cx="1061600" cy="970525"/>
          </a:xfrm>
        </p:grpSpPr>
        <p:sp>
          <p:nvSpPr>
            <p:cNvPr id="8793" name="Google Shape;8793;p2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2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2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2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2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98" name="Google Shape;8798;p213"/>
          <p:cNvGrpSpPr/>
          <p:nvPr/>
        </p:nvGrpSpPr>
        <p:grpSpPr>
          <a:xfrm flipH="1" rot="-4374046">
            <a:off x="7887496" y="2460008"/>
            <a:ext cx="1792997" cy="1639118"/>
            <a:chOff x="-40775" y="178450"/>
            <a:chExt cx="1061600" cy="970525"/>
          </a:xfrm>
        </p:grpSpPr>
        <p:sp>
          <p:nvSpPr>
            <p:cNvPr id="8799" name="Google Shape;8799;p2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2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2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2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p2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04" name="Google Shape;8804;p213"/>
          <p:cNvGrpSpPr/>
          <p:nvPr/>
        </p:nvGrpSpPr>
        <p:grpSpPr>
          <a:xfrm flipH="1" rot="558785">
            <a:off x="7574325" y="1493210"/>
            <a:ext cx="1192610" cy="1090280"/>
            <a:chOff x="-40775" y="178450"/>
            <a:chExt cx="1061600" cy="970525"/>
          </a:xfrm>
        </p:grpSpPr>
        <p:sp>
          <p:nvSpPr>
            <p:cNvPr id="8805" name="Google Shape;8805;p2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2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2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2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2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0" name="Google Shape;8810;p213"/>
          <p:cNvGrpSpPr/>
          <p:nvPr/>
        </p:nvGrpSpPr>
        <p:grpSpPr>
          <a:xfrm flipH="1" rot="-1903332">
            <a:off x="5308691" y="-736437"/>
            <a:ext cx="1678002" cy="1534180"/>
            <a:chOff x="-40775" y="178450"/>
            <a:chExt cx="1061600" cy="970525"/>
          </a:xfrm>
        </p:grpSpPr>
        <p:sp>
          <p:nvSpPr>
            <p:cNvPr id="8811" name="Google Shape;8811;p2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2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2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2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2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6" name="Google Shape;8816;p213"/>
          <p:cNvGrpSpPr/>
          <p:nvPr/>
        </p:nvGrpSpPr>
        <p:grpSpPr>
          <a:xfrm>
            <a:off x="466744" y="1815051"/>
            <a:ext cx="204605" cy="264756"/>
            <a:chOff x="2390900" y="733575"/>
            <a:chExt cx="263700" cy="341225"/>
          </a:xfrm>
        </p:grpSpPr>
        <p:sp>
          <p:nvSpPr>
            <p:cNvPr id="8817" name="Google Shape;8817;p2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p2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9" name="Google Shape;8819;p213"/>
          <p:cNvGrpSpPr/>
          <p:nvPr/>
        </p:nvGrpSpPr>
        <p:grpSpPr>
          <a:xfrm>
            <a:off x="8642644" y="1075751"/>
            <a:ext cx="204605" cy="264756"/>
            <a:chOff x="2390900" y="733575"/>
            <a:chExt cx="263700" cy="341225"/>
          </a:xfrm>
        </p:grpSpPr>
        <p:sp>
          <p:nvSpPr>
            <p:cNvPr id="8820" name="Google Shape;8820;p213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213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22" name="Google Shape;8822;p213"/>
          <p:cNvGrpSpPr/>
          <p:nvPr/>
        </p:nvGrpSpPr>
        <p:grpSpPr>
          <a:xfrm rot="5668578">
            <a:off x="-393435" y="4062101"/>
            <a:ext cx="1316685" cy="1203845"/>
            <a:chOff x="-40775" y="178450"/>
            <a:chExt cx="1061600" cy="970525"/>
          </a:xfrm>
        </p:grpSpPr>
        <p:sp>
          <p:nvSpPr>
            <p:cNvPr id="8823" name="Google Shape;8823;p213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213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213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p213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p213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8828" name="Shape 8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29" name="Google Shape;8829;p214"/>
          <p:cNvGrpSpPr/>
          <p:nvPr/>
        </p:nvGrpSpPr>
        <p:grpSpPr>
          <a:xfrm flipH="1" rot="-495">
            <a:off x="2169478" y="-447041"/>
            <a:ext cx="1475199" cy="1312732"/>
            <a:chOff x="-40775" y="178450"/>
            <a:chExt cx="1061600" cy="970525"/>
          </a:xfrm>
        </p:grpSpPr>
        <p:sp>
          <p:nvSpPr>
            <p:cNvPr id="8830" name="Google Shape;8830;p2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2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2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2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2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35" name="Google Shape;8835;p214"/>
          <p:cNvGrpSpPr/>
          <p:nvPr/>
        </p:nvGrpSpPr>
        <p:grpSpPr>
          <a:xfrm flipH="1" rot="-1690726">
            <a:off x="914197" y="-275989"/>
            <a:ext cx="1090771" cy="970618"/>
            <a:chOff x="-40775" y="178450"/>
            <a:chExt cx="1061600" cy="970525"/>
          </a:xfrm>
        </p:grpSpPr>
        <p:sp>
          <p:nvSpPr>
            <p:cNvPr id="8836" name="Google Shape;8836;p2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2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2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2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2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41" name="Google Shape;8841;p214"/>
          <p:cNvGrpSpPr/>
          <p:nvPr/>
        </p:nvGrpSpPr>
        <p:grpSpPr>
          <a:xfrm rot="1317299">
            <a:off x="3648261" y="4415490"/>
            <a:ext cx="1794519" cy="1596898"/>
            <a:chOff x="-40775" y="178450"/>
            <a:chExt cx="1061600" cy="970525"/>
          </a:xfrm>
        </p:grpSpPr>
        <p:sp>
          <p:nvSpPr>
            <p:cNvPr id="8842" name="Google Shape;8842;p2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2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2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2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2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47" name="Google Shape;8847;p214"/>
          <p:cNvGrpSpPr/>
          <p:nvPr/>
        </p:nvGrpSpPr>
        <p:grpSpPr>
          <a:xfrm rot="3207036">
            <a:off x="5410272" y="3634417"/>
            <a:ext cx="1533441" cy="1364540"/>
            <a:chOff x="-40775" y="178450"/>
            <a:chExt cx="1061600" cy="970525"/>
          </a:xfrm>
        </p:grpSpPr>
        <p:sp>
          <p:nvSpPr>
            <p:cNvPr id="8848" name="Google Shape;8848;p214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214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214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214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214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3" name="Google Shape;8853;p214"/>
          <p:cNvGrpSpPr/>
          <p:nvPr/>
        </p:nvGrpSpPr>
        <p:grpSpPr>
          <a:xfrm>
            <a:off x="1864694" y="736276"/>
            <a:ext cx="204605" cy="264756"/>
            <a:chOff x="2390900" y="733575"/>
            <a:chExt cx="263700" cy="341225"/>
          </a:xfrm>
        </p:grpSpPr>
        <p:sp>
          <p:nvSpPr>
            <p:cNvPr id="8854" name="Google Shape;8854;p2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2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6" name="Google Shape;8856;p214"/>
          <p:cNvGrpSpPr/>
          <p:nvPr/>
        </p:nvGrpSpPr>
        <p:grpSpPr>
          <a:xfrm>
            <a:off x="4806769" y="4002476"/>
            <a:ext cx="204605" cy="264756"/>
            <a:chOff x="2390900" y="733575"/>
            <a:chExt cx="263700" cy="341225"/>
          </a:xfrm>
        </p:grpSpPr>
        <p:sp>
          <p:nvSpPr>
            <p:cNvPr id="8857" name="Google Shape;8857;p214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214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8859" name="Shape 8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60" name="Google Shape;8860;p215"/>
          <p:cNvGrpSpPr/>
          <p:nvPr/>
        </p:nvGrpSpPr>
        <p:grpSpPr>
          <a:xfrm rot="1973218">
            <a:off x="7679542" y="2064001"/>
            <a:ext cx="1659510" cy="1517192"/>
            <a:chOff x="-40775" y="178450"/>
            <a:chExt cx="1061600" cy="970525"/>
          </a:xfrm>
        </p:grpSpPr>
        <p:sp>
          <p:nvSpPr>
            <p:cNvPr id="8861" name="Google Shape;8861;p2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p2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2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2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p2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66" name="Google Shape;8866;p215"/>
          <p:cNvGrpSpPr/>
          <p:nvPr/>
        </p:nvGrpSpPr>
        <p:grpSpPr>
          <a:xfrm rot="4526101">
            <a:off x="7877068" y="1196266"/>
            <a:ext cx="1057472" cy="966797"/>
            <a:chOff x="-40775" y="178450"/>
            <a:chExt cx="1061600" cy="970525"/>
          </a:xfrm>
        </p:grpSpPr>
        <p:sp>
          <p:nvSpPr>
            <p:cNvPr id="8867" name="Google Shape;8867;p2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2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2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2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2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72" name="Google Shape;8872;p215"/>
          <p:cNvGrpSpPr/>
          <p:nvPr/>
        </p:nvGrpSpPr>
        <p:grpSpPr>
          <a:xfrm>
            <a:off x="8380894" y="3763301"/>
            <a:ext cx="204605" cy="264756"/>
            <a:chOff x="2390900" y="733575"/>
            <a:chExt cx="263700" cy="341225"/>
          </a:xfrm>
        </p:grpSpPr>
        <p:sp>
          <p:nvSpPr>
            <p:cNvPr id="8873" name="Google Shape;8873;p2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2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75" name="Google Shape;8875;p215"/>
          <p:cNvGrpSpPr/>
          <p:nvPr/>
        </p:nvGrpSpPr>
        <p:grpSpPr>
          <a:xfrm flipH="1" rot="-680476">
            <a:off x="64303" y="-328163"/>
            <a:ext cx="2055695" cy="1879450"/>
            <a:chOff x="-40775" y="178450"/>
            <a:chExt cx="1061600" cy="970525"/>
          </a:xfrm>
        </p:grpSpPr>
        <p:sp>
          <p:nvSpPr>
            <p:cNvPr id="8876" name="Google Shape;8876;p2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2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p2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p2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p2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1" name="Google Shape;8881;p215"/>
          <p:cNvGrpSpPr/>
          <p:nvPr/>
        </p:nvGrpSpPr>
        <p:grpSpPr>
          <a:xfrm rot="680478">
            <a:off x="2243887" y="-546092"/>
            <a:ext cx="1445136" cy="1321177"/>
            <a:chOff x="-40775" y="178450"/>
            <a:chExt cx="1061600" cy="970525"/>
          </a:xfrm>
        </p:grpSpPr>
        <p:sp>
          <p:nvSpPr>
            <p:cNvPr id="8882" name="Google Shape;8882;p215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215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p215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p215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p215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7" name="Google Shape;8887;p215"/>
          <p:cNvGrpSpPr/>
          <p:nvPr/>
        </p:nvGrpSpPr>
        <p:grpSpPr>
          <a:xfrm>
            <a:off x="2385919" y="955851"/>
            <a:ext cx="204605" cy="264756"/>
            <a:chOff x="2390900" y="733575"/>
            <a:chExt cx="263700" cy="341225"/>
          </a:xfrm>
        </p:grpSpPr>
        <p:sp>
          <p:nvSpPr>
            <p:cNvPr id="8888" name="Google Shape;8888;p215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p215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8890" name="Shape 8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91" name="Google Shape;8891;p216"/>
          <p:cNvGrpSpPr/>
          <p:nvPr/>
        </p:nvGrpSpPr>
        <p:grpSpPr>
          <a:xfrm flipH="1" rot="-3875882">
            <a:off x="578099" y="3709662"/>
            <a:ext cx="2343623" cy="2142826"/>
            <a:chOff x="-40775" y="178450"/>
            <a:chExt cx="1061600" cy="970525"/>
          </a:xfrm>
        </p:grpSpPr>
        <p:sp>
          <p:nvSpPr>
            <p:cNvPr id="8892" name="Google Shape;8892;p2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p2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p2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2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p2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97" name="Google Shape;8897;p216"/>
          <p:cNvGrpSpPr/>
          <p:nvPr/>
        </p:nvGrpSpPr>
        <p:grpSpPr>
          <a:xfrm flipH="1" rot="-680476">
            <a:off x="5015828" y="-607588"/>
            <a:ext cx="2055695" cy="1879450"/>
            <a:chOff x="-40775" y="178450"/>
            <a:chExt cx="1061600" cy="970525"/>
          </a:xfrm>
        </p:grpSpPr>
        <p:sp>
          <p:nvSpPr>
            <p:cNvPr id="8898" name="Google Shape;8898;p2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2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p2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p2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2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03" name="Google Shape;8903;p216"/>
          <p:cNvGrpSpPr/>
          <p:nvPr/>
        </p:nvGrpSpPr>
        <p:grpSpPr>
          <a:xfrm rot="680550">
            <a:off x="3428743" y="-244962"/>
            <a:ext cx="1135693" cy="1038262"/>
            <a:chOff x="-40775" y="178450"/>
            <a:chExt cx="1061600" cy="970525"/>
          </a:xfrm>
        </p:grpSpPr>
        <p:sp>
          <p:nvSpPr>
            <p:cNvPr id="8904" name="Google Shape;8904;p2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2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p2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p2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2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09" name="Google Shape;8909;p216"/>
          <p:cNvGrpSpPr/>
          <p:nvPr/>
        </p:nvGrpSpPr>
        <p:grpSpPr>
          <a:xfrm flipH="1" rot="-636684">
            <a:off x="-816749" y="1216412"/>
            <a:ext cx="1900708" cy="1737872"/>
            <a:chOff x="-40775" y="178450"/>
            <a:chExt cx="1061600" cy="970525"/>
          </a:xfrm>
        </p:grpSpPr>
        <p:sp>
          <p:nvSpPr>
            <p:cNvPr id="8910" name="Google Shape;8910;p216"/>
            <p:cNvSpPr/>
            <p:nvPr/>
          </p:nvSpPr>
          <p:spPr>
            <a:xfrm>
              <a:off x="-40775" y="178450"/>
              <a:ext cx="1061600" cy="970525"/>
            </a:xfrm>
            <a:custGeom>
              <a:rect b="b" l="l" r="r" t="t"/>
              <a:pathLst>
                <a:path extrusionOk="0" h="38821" w="42464">
                  <a:moveTo>
                    <a:pt x="31122" y="0"/>
                  </a:moveTo>
                  <a:cubicBezTo>
                    <a:pt x="29630" y="0"/>
                    <a:pt x="28051" y="229"/>
                    <a:pt x="26415" y="686"/>
                  </a:cubicBezTo>
                  <a:cubicBezTo>
                    <a:pt x="24500" y="1233"/>
                    <a:pt x="22585" y="1993"/>
                    <a:pt x="20548" y="3087"/>
                  </a:cubicBezTo>
                  <a:cubicBezTo>
                    <a:pt x="18907" y="3938"/>
                    <a:pt x="17235" y="4972"/>
                    <a:pt x="15503" y="6187"/>
                  </a:cubicBezTo>
                  <a:lnTo>
                    <a:pt x="15351" y="6309"/>
                  </a:lnTo>
                  <a:lnTo>
                    <a:pt x="15168" y="6431"/>
                  </a:lnTo>
                  <a:cubicBezTo>
                    <a:pt x="13648" y="7494"/>
                    <a:pt x="12159" y="8649"/>
                    <a:pt x="10730" y="9865"/>
                  </a:cubicBezTo>
                  <a:cubicBezTo>
                    <a:pt x="8755" y="11537"/>
                    <a:pt x="7235" y="12966"/>
                    <a:pt x="5898" y="14425"/>
                  </a:cubicBezTo>
                  <a:cubicBezTo>
                    <a:pt x="4135" y="16309"/>
                    <a:pt x="2888" y="17981"/>
                    <a:pt x="1946" y="19683"/>
                  </a:cubicBezTo>
                  <a:cubicBezTo>
                    <a:pt x="821" y="21720"/>
                    <a:pt x="183" y="23695"/>
                    <a:pt x="62" y="25549"/>
                  </a:cubicBezTo>
                  <a:cubicBezTo>
                    <a:pt x="1" y="26613"/>
                    <a:pt x="62" y="27677"/>
                    <a:pt x="274" y="28650"/>
                  </a:cubicBezTo>
                  <a:cubicBezTo>
                    <a:pt x="518" y="29774"/>
                    <a:pt x="913" y="30838"/>
                    <a:pt x="1460" y="31872"/>
                  </a:cubicBezTo>
                  <a:cubicBezTo>
                    <a:pt x="2068" y="33057"/>
                    <a:pt x="2767" y="34060"/>
                    <a:pt x="3557" y="34911"/>
                  </a:cubicBezTo>
                  <a:cubicBezTo>
                    <a:pt x="4378" y="35762"/>
                    <a:pt x="5259" y="36492"/>
                    <a:pt x="6202" y="37039"/>
                  </a:cubicBezTo>
                  <a:cubicBezTo>
                    <a:pt x="7174" y="37586"/>
                    <a:pt x="8208" y="38012"/>
                    <a:pt x="9271" y="38316"/>
                  </a:cubicBezTo>
                  <a:cubicBezTo>
                    <a:pt x="10335" y="38589"/>
                    <a:pt x="11460" y="38771"/>
                    <a:pt x="12585" y="38802"/>
                  </a:cubicBezTo>
                  <a:cubicBezTo>
                    <a:pt x="12851" y="38814"/>
                    <a:pt x="13122" y="38820"/>
                    <a:pt x="13396" y="38820"/>
                  </a:cubicBezTo>
                  <a:cubicBezTo>
                    <a:pt x="14463" y="38820"/>
                    <a:pt x="15575" y="38728"/>
                    <a:pt x="16688" y="38559"/>
                  </a:cubicBezTo>
                  <a:lnTo>
                    <a:pt x="16870" y="38559"/>
                  </a:lnTo>
                  <a:cubicBezTo>
                    <a:pt x="17114" y="38498"/>
                    <a:pt x="17387" y="38437"/>
                    <a:pt x="17630" y="38376"/>
                  </a:cubicBezTo>
                  <a:cubicBezTo>
                    <a:pt x="18208" y="38255"/>
                    <a:pt x="18816" y="38103"/>
                    <a:pt x="19424" y="37920"/>
                  </a:cubicBezTo>
                  <a:cubicBezTo>
                    <a:pt x="21703" y="37282"/>
                    <a:pt x="23801" y="36340"/>
                    <a:pt x="25746" y="35185"/>
                  </a:cubicBezTo>
                  <a:cubicBezTo>
                    <a:pt x="26384" y="34790"/>
                    <a:pt x="27053" y="34364"/>
                    <a:pt x="27691" y="33939"/>
                  </a:cubicBezTo>
                  <a:cubicBezTo>
                    <a:pt x="29211" y="32844"/>
                    <a:pt x="30700" y="31628"/>
                    <a:pt x="32129" y="30291"/>
                  </a:cubicBezTo>
                  <a:cubicBezTo>
                    <a:pt x="32494" y="29957"/>
                    <a:pt x="32859" y="29653"/>
                    <a:pt x="33193" y="29288"/>
                  </a:cubicBezTo>
                  <a:cubicBezTo>
                    <a:pt x="34409" y="28103"/>
                    <a:pt x="35533" y="26826"/>
                    <a:pt x="36567" y="25519"/>
                  </a:cubicBezTo>
                  <a:cubicBezTo>
                    <a:pt x="37631" y="24121"/>
                    <a:pt x="38451" y="22966"/>
                    <a:pt x="39120" y="21811"/>
                  </a:cubicBezTo>
                  <a:cubicBezTo>
                    <a:pt x="40488" y="19501"/>
                    <a:pt x="41430" y="17191"/>
                    <a:pt x="41977" y="14941"/>
                  </a:cubicBezTo>
                  <a:cubicBezTo>
                    <a:pt x="42281" y="13604"/>
                    <a:pt x="42433" y="12418"/>
                    <a:pt x="42433" y="11263"/>
                  </a:cubicBezTo>
                  <a:cubicBezTo>
                    <a:pt x="42464" y="9987"/>
                    <a:pt x="42312" y="8771"/>
                    <a:pt x="41977" y="7707"/>
                  </a:cubicBezTo>
                  <a:cubicBezTo>
                    <a:pt x="41795" y="7069"/>
                    <a:pt x="41582" y="6522"/>
                    <a:pt x="41339" y="6035"/>
                  </a:cubicBezTo>
                  <a:cubicBezTo>
                    <a:pt x="41035" y="5458"/>
                    <a:pt x="40731" y="4941"/>
                    <a:pt x="40366" y="4455"/>
                  </a:cubicBezTo>
                  <a:cubicBezTo>
                    <a:pt x="39637" y="3513"/>
                    <a:pt x="38755" y="2692"/>
                    <a:pt x="37752" y="1993"/>
                  </a:cubicBezTo>
                  <a:cubicBezTo>
                    <a:pt x="36901" y="1415"/>
                    <a:pt x="36020" y="959"/>
                    <a:pt x="35108" y="655"/>
                  </a:cubicBezTo>
                  <a:cubicBezTo>
                    <a:pt x="34196" y="351"/>
                    <a:pt x="33254" y="139"/>
                    <a:pt x="32281" y="47"/>
                  </a:cubicBezTo>
                  <a:cubicBezTo>
                    <a:pt x="31901" y="16"/>
                    <a:pt x="31515" y="0"/>
                    <a:pt x="31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216"/>
            <p:cNvSpPr/>
            <p:nvPr/>
          </p:nvSpPr>
          <p:spPr>
            <a:xfrm>
              <a:off x="322450" y="292850"/>
              <a:ext cx="698375" cy="855650"/>
            </a:xfrm>
            <a:custGeom>
              <a:rect b="b" l="l" r="r" t="t"/>
              <a:pathLst>
                <a:path extrusionOk="0" h="34226" w="27935">
                  <a:moveTo>
                    <a:pt x="25959" y="0"/>
                  </a:moveTo>
                  <a:cubicBezTo>
                    <a:pt x="26050" y="456"/>
                    <a:pt x="26141" y="912"/>
                    <a:pt x="26232" y="1368"/>
                  </a:cubicBezTo>
                  <a:cubicBezTo>
                    <a:pt x="26384" y="2554"/>
                    <a:pt x="26415" y="3769"/>
                    <a:pt x="26324" y="4955"/>
                  </a:cubicBezTo>
                  <a:cubicBezTo>
                    <a:pt x="26232" y="6171"/>
                    <a:pt x="25989" y="7387"/>
                    <a:pt x="25685" y="8542"/>
                  </a:cubicBezTo>
                  <a:cubicBezTo>
                    <a:pt x="25381" y="9757"/>
                    <a:pt x="24956" y="10943"/>
                    <a:pt x="24469" y="12098"/>
                  </a:cubicBezTo>
                  <a:cubicBezTo>
                    <a:pt x="23983" y="13253"/>
                    <a:pt x="23436" y="14408"/>
                    <a:pt x="22828" y="15502"/>
                  </a:cubicBezTo>
                  <a:cubicBezTo>
                    <a:pt x="22220" y="16596"/>
                    <a:pt x="21582" y="17660"/>
                    <a:pt x="20913" y="18694"/>
                  </a:cubicBezTo>
                  <a:cubicBezTo>
                    <a:pt x="20579" y="19180"/>
                    <a:pt x="20244" y="19697"/>
                    <a:pt x="19880" y="20183"/>
                  </a:cubicBezTo>
                  <a:cubicBezTo>
                    <a:pt x="19576" y="20639"/>
                    <a:pt x="19241" y="21125"/>
                    <a:pt x="18877" y="21581"/>
                  </a:cubicBezTo>
                  <a:cubicBezTo>
                    <a:pt x="18208" y="22432"/>
                    <a:pt x="17509" y="23283"/>
                    <a:pt x="16779" y="24104"/>
                  </a:cubicBezTo>
                  <a:cubicBezTo>
                    <a:pt x="15229" y="25806"/>
                    <a:pt x="13527" y="27356"/>
                    <a:pt x="11673" y="28755"/>
                  </a:cubicBezTo>
                  <a:cubicBezTo>
                    <a:pt x="9819" y="30153"/>
                    <a:pt x="7843" y="31399"/>
                    <a:pt x="5715" y="32372"/>
                  </a:cubicBezTo>
                  <a:cubicBezTo>
                    <a:pt x="3892" y="33192"/>
                    <a:pt x="1977" y="33861"/>
                    <a:pt x="1" y="34226"/>
                  </a:cubicBezTo>
                  <a:cubicBezTo>
                    <a:pt x="730" y="34165"/>
                    <a:pt x="1430" y="34104"/>
                    <a:pt x="2159" y="33983"/>
                  </a:cubicBezTo>
                  <a:lnTo>
                    <a:pt x="2341" y="33983"/>
                  </a:lnTo>
                  <a:cubicBezTo>
                    <a:pt x="2615" y="33922"/>
                    <a:pt x="2858" y="33861"/>
                    <a:pt x="3101" y="33800"/>
                  </a:cubicBezTo>
                  <a:cubicBezTo>
                    <a:pt x="3709" y="33679"/>
                    <a:pt x="4317" y="33527"/>
                    <a:pt x="4895" y="33344"/>
                  </a:cubicBezTo>
                  <a:cubicBezTo>
                    <a:pt x="7174" y="32706"/>
                    <a:pt x="9302" y="31764"/>
                    <a:pt x="11217" y="30609"/>
                  </a:cubicBezTo>
                  <a:cubicBezTo>
                    <a:pt x="11886" y="30214"/>
                    <a:pt x="12554" y="29788"/>
                    <a:pt x="13162" y="29363"/>
                  </a:cubicBezTo>
                  <a:cubicBezTo>
                    <a:pt x="14682" y="28299"/>
                    <a:pt x="16202" y="27052"/>
                    <a:pt x="17630" y="25715"/>
                  </a:cubicBezTo>
                  <a:cubicBezTo>
                    <a:pt x="17965" y="25411"/>
                    <a:pt x="18330" y="25077"/>
                    <a:pt x="18664" y="24742"/>
                  </a:cubicBezTo>
                  <a:cubicBezTo>
                    <a:pt x="19880" y="23527"/>
                    <a:pt x="21035" y="22250"/>
                    <a:pt x="22068" y="20943"/>
                  </a:cubicBezTo>
                  <a:cubicBezTo>
                    <a:pt x="23132" y="19545"/>
                    <a:pt x="23922" y="18390"/>
                    <a:pt x="24621" y="17235"/>
                  </a:cubicBezTo>
                  <a:cubicBezTo>
                    <a:pt x="25959" y="14925"/>
                    <a:pt x="26932" y="12615"/>
                    <a:pt x="27448" y="10365"/>
                  </a:cubicBezTo>
                  <a:cubicBezTo>
                    <a:pt x="27752" y="9028"/>
                    <a:pt x="27904" y="7812"/>
                    <a:pt x="27935" y="6687"/>
                  </a:cubicBezTo>
                  <a:cubicBezTo>
                    <a:pt x="27935" y="5411"/>
                    <a:pt x="27783" y="4195"/>
                    <a:pt x="27479" y="3131"/>
                  </a:cubicBezTo>
                  <a:cubicBezTo>
                    <a:pt x="27266" y="2493"/>
                    <a:pt x="27053" y="1946"/>
                    <a:pt x="26810" y="1459"/>
                  </a:cubicBezTo>
                  <a:cubicBezTo>
                    <a:pt x="26567" y="943"/>
                    <a:pt x="26263" y="456"/>
                    <a:pt x="259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p216"/>
            <p:cNvSpPr/>
            <p:nvPr/>
          </p:nvSpPr>
          <p:spPr>
            <a:xfrm>
              <a:off x="130975" y="327050"/>
              <a:ext cx="585125" cy="457475"/>
            </a:xfrm>
            <a:custGeom>
              <a:rect b="b" l="l" r="r" t="t"/>
              <a:pathLst>
                <a:path extrusionOk="0" h="18299" w="23405">
                  <a:moveTo>
                    <a:pt x="19210" y="0"/>
                  </a:moveTo>
                  <a:cubicBezTo>
                    <a:pt x="19008" y="0"/>
                    <a:pt x="18805" y="10"/>
                    <a:pt x="18602" y="31"/>
                  </a:cubicBezTo>
                  <a:cubicBezTo>
                    <a:pt x="17994" y="91"/>
                    <a:pt x="17387" y="243"/>
                    <a:pt x="16779" y="456"/>
                  </a:cubicBezTo>
                  <a:cubicBezTo>
                    <a:pt x="16323" y="639"/>
                    <a:pt x="15928" y="821"/>
                    <a:pt x="15563" y="1034"/>
                  </a:cubicBezTo>
                  <a:cubicBezTo>
                    <a:pt x="15380" y="1125"/>
                    <a:pt x="15198" y="1246"/>
                    <a:pt x="15016" y="1338"/>
                  </a:cubicBezTo>
                  <a:lnTo>
                    <a:pt x="14894" y="1429"/>
                  </a:lnTo>
                  <a:cubicBezTo>
                    <a:pt x="13982" y="1976"/>
                    <a:pt x="13040" y="2645"/>
                    <a:pt x="11824" y="3526"/>
                  </a:cubicBezTo>
                  <a:cubicBezTo>
                    <a:pt x="10396" y="4590"/>
                    <a:pt x="9028" y="5684"/>
                    <a:pt x="7812" y="6748"/>
                  </a:cubicBezTo>
                  <a:cubicBezTo>
                    <a:pt x="6292" y="8085"/>
                    <a:pt x="5015" y="9301"/>
                    <a:pt x="3952" y="10487"/>
                  </a:cubicBezTo>
                  <a:cubicBezTo>
                    <a:pt x="3313" y="11155"/>
                    <a:pt x="2797" y="11794"/>
                    <a:pt x="2310" y="12432"/>
                  </a:cubicBezTo>
                  <a:cubicBezTo>
                    <a:pt x="1824" y="13070"/>
                    <a:pt x="1429" y="13678"/>
                    <a:pt x="1094" y="14256"/>
                  </a:cubicBezTo>
                  <a:cubicBezTo>
                    <a:pt x="608" y="15107"/>
                    <a:pt x="0" y="16414"/>
                    <a:pt x="183" y="17751"/>
                  </a:cubicBezTo>
                  <a:cubicBezTo>
                    <a:pt x="213" y="17934"/>
                    <a:pt x="274" y="18116"/>
                    <a:pt x="335" y="18298"/>
                  </a:cubicBezTo>
                  <a:cubicBezTo>
                    <a:pt x="699" y="18055"/>
                    <a:pt x="1064" y="17842"/>
                    <a:pt x="1429" y="17630"/>
                  </a:cubicBezTo>
                  <a:cubicBezTo>
                    <a:pt x="1946" y="17356"/>
                    <a:pt x="2493" y="17113"/>
                    <a:pt x="3040" y="16900"/>
                  </a:cubicBezTo>
                  <a:cubicBezTo>
                    <a:pt x="3648" y="16657"/>
                    <a:pt x="4225" y="16475"/>
                    <a:pt x="4833" y="16292"/>
                  </a:cubicBezTo>
                  <a:cubicBezTo>
                    <a:pt x="5380" y="16140"/>
                    <a:pt x="5958" y="15988"/>
                    <a:pt x="6505" y="15836"/>
                  </a:cubicBezTo>
                  <a:cubicBezTo>
                    <a:pt x="7082" y="15654"/>
                    <a:pt x="7630" y="15502"/>
                    <a:pt x="8207" y="15350"/>
                  </a:cubicBezTo>
                  <a:cubicBezTo>
                    <a:pt x="9241" y="15046"/>
                    <a:pt x="10274" y="14681"/>
                    <a:pt x="11307" y="14286"/>
                  </a:cubicBezTo>
                  <a:lnTo>
                    <a:pt x="11277" y="14286"/>
                  </a:lnTo>
                  <a:cubicBezTo>
                    <a:pt x="11915" y="14013"/>
                    <a:pt x="12554" y="13709"/>
                    <a:pt x="13131" y="13374"/>
                  </a:cubicBezTo>
                  <a:cubicBezTo>
                    <a:pt x="13769" y="13040"/>
                    <a:pt x="14347" y="12645"/>
                    <a:pt x="14894" y="12219"/>
                  </a:cubicBezTo>
                  <a:lnTo>
                    <a:pt x="14894" y="12219"/>
                  </a:lnTo>
                  <a:cubicBezTo>
                    <a:pt x="14894" y="12219"/>
                    <a:pt x="14894" y="12219"/>
                    <a:pt x="14864" y="12250"/>
                  </a:cubicBezTo>
                  <a:cubicBezTo>
                    <a:pt x="15380" y="11824"/>
                    <a:pt x="15867" y="11399"/>
                    <a:pt x="16353" y="10943"/>
                  </a:cubicBezTo>
                  <a:cubicBezTo>
                    <a:pt x="16596" y="10699"/>
                    <a:pt x="16839" y="10426"/>
                    <a:pt x="17083" y="10183"/>
                  </a:cubicBezTo>
                  <a:cubicBezTo>
                    <a:pt x="17204" y="10031"/>
                    <a:pt x="17295" y="9879"/>
                    <a:pt x="17417" y="9727"/>
                  </a:cubicBezTo>
                  <a:cubicBezTo>
                    <a:pt x="17417" y="9757"/>
                    <a:pt x="17417" y="9757"/>
                    <a:pt x="17417" y="9757"/>
                  </a:cubicBezTo>
                  <a:cubicBezTo>
                    <a:pt x="17934" y="9058"/>
                    <a:pt x="18359" y="8329"/>
                    <a:pt x="18815" y="7599"/>
                  </a:cubicBezTo>
                  <a:cubicBezTo>
                    <a:pt x="19301" y="6778"/>
                    <a:pt x="19818" y="5958"/>
                    <a:pt x="20365" y="5167"/>
                  </a:cubicBezTo>
                  <a:cubicBezTo>
                    <a:pt x="20882" y="4408"/>
                    <a:pt x="21429" y="3708"/>
                    <a:pt x="22067" y="3070"/>
                  </a:cubicBezTo>
                  <a:cubicBezTo>
                    <a:pt x="22341" y="2797"/>
                    <a:pt x="22675" y="2584"/>
                    <a:pt x="22979" y="2371"/>
                  </a:cubicBezTo>
                  <a:cubicBezTo>
                    <a:pt x="23010" y="2371"/>
                    <a:pt x="23010" y="2341"/>
                    <a:pt x="23010" y="2341"/>
                  </a:cubicBezTo>
                  <a:cubicBezTo>
                    <a:pt x="23131" y="2280"/>
                    <a:pt x="23283" y="2219"/>
                    <a:pt x="23405" y="2158"/>
                  </a:cubicBezTo>
                  <a:cubicBezTo>
                    <a:pt x="23101" y="1672"/>
                    <a:pt x="22645" y="1216"/>
                    <a:pt x="22128" y="851"/>
                  </a:cubicBezTo>
                  <a:cubicBezTo>
                    <a:pt x="21581" y="517"/>
                    <a:pt x="21004" y="243"/>
                    <a:pt x="20426" y="122"/>
                  </a:cubicBezTo>
                  <a:cubicBezTo>
                    <a:pt x="20021" y="41"/>
                    <a:pt x="19616" y="0"/>
                    <a:pt x="19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p216"/>
            <p:cNvSpPr/>
            <p:nvPr/>
          </p:nvSpPr>
          <p:spPr>
            <a:xfrm>
              <a:off x="135525" y="373400"/>
              <a:ext cx="598825" cy="476675"/>
            </a:xfrm>
            <a:custGeom>
              <a:rect b="b" l="l" r="r" t="t"/>
              <a:pathLst>
                <a:path extrusionOk="0" h="19067" w="23953">
                  <a:moveTo>
                    <a:pt x="22919" y="0"/>
                  </a:moveTo>
                  <a:cubicBezTo>
                    <a:pt x="22919" y="0"/>
                    <a:pt x="22915" y="0"/>
                    <a:pt x="22909" y="2"/>
                  </a:cubicBezTo>
                  <a:lnTo>
                    <a:pt x="22909" y="2"/>
                  </a:lnTo>
                  <a:cubicBezTo>
                    <a:pt x="22912" y="1"/>
                    <a:pt x="22916" y="1"/>
                    <a:pt x="22919" y="0"/>
                  </a:cubicBezTo>
                  <a:close/>
                  <a:moveTo>
                    <a:pt x="23041" y="0"/>
                  </a:moveTo>
                  <a:cubicBezTo>
                    <a:pt x="22980" y="0"/>
                    <a:pt x="22919" y="0"/>
                    <a:pt x="22889" y="31"/>
                  </a:cubicBezTo>
                  <a:cubicBezTo>
                    <a:pt x="22889" y="12"/>
                    <a:pt x="22900" y="5"/>
                    <a:pt x="22909" y="2"/>
                  </a:cubicBezTo>
                  <a:lnTo>
                    <a:pt x="22909" y="2"/>
                  </a:lnTo>
                  <a:cubicBezTo>
                    <a:pt x="22730" y="33"/>
                    <a:pt x="22551" y="93"/>
                    <a:pt x="22402" y="152"/>
                  </a:cubicBezTo>
                  <a:lnTo>
                    <a:pt x="22433" y="152"/>
                  </a:lnTo>
                  <a:cubicBezTo>
                    <a:pt x="22311" y="213"/>
                    <a:pt x="22189" y="274"/>
                    <a:pt x="22068" y="335"/>
                  </a:cubicBezTo>
                  <a:cubicBezTo>
                    <a:pt x="21946" y="426"/>
                    <a:pt x="21825" y="517"/>
                    <a:pt x="21703" y="608"/>
                  </a:cubicBezTo>
                  <a:cubicBezTo>
                    <a:pt x="21095" y="1125"/>
                    <a:pt x="20578" y="1733"/>
                    <a:pt x="20123" y="2371"/>
                  </a:cubicBezTo>
                  <a:cubicBezTo>
                    <a:pt x="19788" y="2827"/>
                    <a:pt x="19484" y="3313"/>
                    <a:pt x="19180" y="3800"/>
                  </a:cubicBezTo>
                  <a:cubicBezTo>
                    <a:pt x="18907" y="4195"/>
                    <a:pt x="18633" y="4620"/>
                    <a:pt x="18360" y="5016"/>
                  </a:cubicBezTo>
                  <a:cubicBezTo>
                    <a:pt x="18268" y="5168"/>
                    <a:pt x="18147" y="5320"/>
                    <a:pt x="18025" y="5472"/>
                  </a:cubicBezTo>
                  <a:cubicBezTo>
                    <a:pt x="17934" y="5593"/>
                    <a:pt x="17812" y="5745"/>
                    <a:pt x="17691" y="5897"/>
                  </a:cubicBezTo>
                  <a:cubicBezTo>
                    <a:pt x="17539" y="6079"/>
                    <a:pt x="17387" y="6262"/>
                    <a:pt x="17235" y="6414"/>
                  </a:cubicBezTo>
                  <a:cubicBezTo>
                    <a:pt x="16657" y="7083"/>
                    <a:pt x="16080" y="7721"/>
                    <a:pt x="15472" y="8329"/>
                  </a:cubicBezTo>
                  <a:cubicBezTo>
                    <a:pt x="14894" y="8906"/>
                    <a:pt x="14287" y="9453"/>
                    <a:pt x="13618" y="9970"/>
                  </a:cubicBezTo>
                  <a:cubicBezTo>
                    <a:pt x="12949" y="10517"/>
                    <a:pt x="12250" y="11004"/>
                    <a:pt x="11490" y="11399"/>
                  </a:cubicBezTo>
                  <a:cubicBezTo>
                    <a:pt x="10882" y="11733"/>
                    <a:pt x="10244" y="12007"/>
                    <a:pt x="9575" y="12219"/>
                  </a:cubicBezTo>
                  <a:cubicBezTo>
                    <a:pt x="8937" y="12463"/>
                    <a:pt x="8268" y="12615"/>
                    <a:pt x="7569" y="12767"/>
                  </a:cubicBezTo>
                  <a:cubicBezTo>
                    <a:pt x="5897" y="13162"/>
                    <a:pt x="4165" y="13405"/>
                    <a:pt x="2584" y="14104"/>
                  </a:cubicBezTo>
                  <a:cubicBezTo>
                    <a:pt x="2311" y="14225"/>
                    <a:pt x="2037" y="14377"/>
                    <a:pt x="1794" y="14499"/>
                  </a:cubicBezTo>
                  <a:cubicBezTo>
                    <a:pt x="1490" y="14681"/>
                    <a:pt x="1216" y="14864"/>
                    <a:pt x="973" y="15077"/>
                  </a:cubicBezTo>
                  <a:lnTo>
                    <a:pt x="943" y="15077"/>
                  </a:lnTo>
                  <a:cubicBezTo>
                    <a:pt x="730" y="15259"/>
                    <a:pt x="517" y="15472"/>
                    <a:pt x="305" y="15684"/>
                  </a:cubicBezTo>
                  <a:cubicBezTo>
                    <a:pt x="213" y="15776"/>
                    <a:pt x="92" y="15897"/>
                    <a:pt x="1" y="15988"/>
                  </a:cubicBezTo>
                  <a:cubicBezTo>
                    <a:pt x="92" y="16475"/>
                    <a:pt x="305" y="16931"/>
                    <a:pt x="639" y="17326"/>
                  </a:cubicBezTo>
                  <a:cubicBezTo>
                    <a:pt x="973" y="17751"/>
                    <a:pt x="1460" y="18116"/>
                    <a:pt x="2067" y="18390"/>
                  </a:cubicBezTo>
                  <a:cubicBezTo>
                    <a:pt x="2584" y="18633"/>
                    <a:pt x="3101" y="18815"/>
                    <a:pt x="3618" y="18906"/>
                  </a:cubicBezTo>
                  <a:cubicBezTo>
                    <a:pt x="4096" y="19007"/>
                    <a:pt x="4554" y="19066"/>
                    <a:pt x="4990" y="19066"/>
                  </a:cubicBezTo>
                  <a:cubicBezTo>
                    <a:pt x="5081" y="19066"/>
                    <a:pt x="5170" y="19064"/>
                    <a:pt x="5259" y="19058"/>
                  </a:cubicBezTo>
                  <a:cubicBezTo>
                    <a:pt x="6353" y="19028"/>
                    <a:pt x="7478" y="18815"/>
                    <a:pt x="8633" y="18420"/>
                  </a:cubicBezTo>
                  <a:cubicBezTo>
                    <a:pt x="10031" y="17964"/>
                    <a:pt x="11399" y="17295"/>
                    <a:pt x="12828" y="16414"/>
                  </a:cubicBezTo>
                  <a:cubicBezTo>
                    <a:pt x="13466" y="16019"/>
                    <a:pt x="14165" y="15533"/>
                    <a:pt x="14864" y="15016"/>
                  </a:cubicBezTo>
                  <a:cubicBezTo>
                    <a:pt x="15259" y="14742"/>
                    <a:pt x="15594" y="14469"/>
                    <a:pt x="15928" y="14225"/>
                  </a:cubicBezTo>
                  <a:cubicBezTo>
                    <a:pt x="16445" y="13830"/>
                    <a:pt x="16992" y="13374"/>
                    <a:pt x="17539" y="12858"/>
                  </a:cubicBezTo>
                  <a:cubicBezTo>
                    <a:pt x="18512" y="11976"/>
                    <a:pt x="19332" y="11125"/>
                    <a:pt x="20062" y="10304"/>
                  </a:cubicBezTo>
                  <a:cubicBezTo>
                    <a:pt x="20943" y="9332"/>
                    <a:pt x="21642" y="8420"/>
                    <a:pt x="22189" y="7508"/>
                  </a:cubicBezTo>
                  <a:cubicBezTo>
                    <a:pt x="22402" y="7204"/>
                    <a:pt x="22585" y="6870"/>
                    <a:pt x="22767" y="6535"/>
                  </a:cubicBezTo>
                  <a:lnTo>
                    <a:pt x="22797" y="6475"/>
                  </a:lnTo>
                  <a:cubicBezTo>
                    <a:pt x="23132" y="5897"/>
                    <a:pt x="23375" y="5380"/>
                    <a:pt x="23527" y="4864"/>
                  </a:cubicBezTo>
                  <a:lnTo>
                    <a:pt x="23588" y="4712"/>
                  </a:lnTo>
                  <a:cubicBezTo>
                    <a:pt x="23709" y="4408"/>
                    <a:pt x="23770" y="4134"/>
                    <a:pt x="23831" y="3861"/>
                  </a:cubicBezTo>
                  <a:cubicBezTo>
                    <a:pt x="23892" y="3557"/>
                    <a:pt x="23922" y="3283"/>
                    <a:pt x="23892" y="3010"/>
                  </a:cubicBezTo>
                  <a:cubicBezTo>
                    <a:pt x="23922" y="2797"/>
                    <a:pt x="23952" y="2584"/>
                    <a:pt x="23922" y="2402"/>
                  </a:cubicBezTo>
                  <a:cubicBezTo>
                    <a:pt x="23922" y="2250"/>
                    <a:pt x="23892" y="2067"/>
                    <a:pt x="23861" y="1915"/>
                  </a:cubicBezTo>
                  <a:lnTo>
                    <a:pt x="23861" y="1854"/>
                  </a:lnTo>
                  <a:cubicBezTo>
                    <a:pt x="23800" y="1429"/>
                    <a:pt x="23679" y="1064"/>
                    <a:pt x="23466" y="760"/>
                  </a:cubicBezTo>
                  <a:cubicBezTo>
                    <a:pt x="23436" y="639"/>
                    <a:pt x="23344" y="517"/>
                    <a:pt x="23284" y="396"/>
                  </a:cubicBezTo>
                  <a:cubicBezTo>
                    <a:pt x="23223" y="244"/>
                    <a:pt x="23132" y="122"/>
                    <a:pt x="23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216"/>
            <p:cNvSpPr/>
            <p:nvPr/>
          </p:nvSpPr>
          <p:spPr>
            <a:xfrm>
              <a:off x="225950" y="500300"/>
              <a:ext cx="497000" cy="350325"/>
            </a:xfrm>
            <a:custGeom>
              <a:rect b="b" l="l" r="r" t="t"/>
              <a:pathLst>
                <a:path extrusionOk="0" h="14013" w="19880">
                  <a:moveTo>
                    <a:pt x="19879" y="0"/>
                  </a:moveTo>
                  <a:lnTo>
                    <a:pt x="19879" y="0"/>
                  </a:lnTo>
                  <a:cubicBezTo>
                    <a:pt x="19424" y="639"/>
                    <a:pt x="18937" y="1247"/>
                    <a:pt x="18420" y="1855"/>
                  </a:cubicBezTo>
                  <a:cubicBezTo>
                    <a:pt x="17387" y="3101"/>
                    <a:pt x="16262" y="4286"/>
                    <a:pt x="15047" y="5320"/>
                  </a:cubicBezTo>
                  <a:cubicBezTo>
                    <a:pt x="13861" y="6353"/>
                    <a:pt x="12584" y="7235"/>
                    <a:pt x="11186" y="7964"/>
                  </a:cubicBezTo>
                  <a:cubicBezTo>
                    <a:pt x="10852" y="8116"/>
                    <a:pt x="10487" y="8298"/>
                    <a:pt x="10153" y="8450"/>
                  </a:cubicBezTo>
                  <a:cubicBezTo>
                    <a:pt x="9788" y="8633"/>
                    <a:pt x="9393" y="8815"/>
                    <a:pt x="9028" y="8998"/>
                  </a:cubicBezTo>
                  <a:cubicBezTo>
                    <a:pt x="8329" y="9301"/>
                    <a:pt x="7600" y="9636"/>
                    <a:pt x="6900" y="9940"/>
                  </a:cubicBezTo>
                  <a:cubicBezTo>
                    <a:pt x="5776" y="10457"/>
                    <a:pt x="4651" y="11004"/>
                    <a:pt x="3557" y="11581"/>
                  </a:cubicBezTo>
                  <a:cubicBezTo>
                    <a:pt x="2432" y="12159"/>
                    <a:pt x="1368" y="12827"/>
                    <a:pt x="365" y="13587"/>
                  </a:cubicBezTo>
                  <a:cubicBezTo>
                    <a:pt x="396" y="13557"/>
                    <a:pt x="396" y="13557"/>
                    <a:pt x="396" y="13557"/>
                  </a:cubicBezTo>
                  <a:lnTo>
                    <a:pt x="396" y="13557"/>
                  </a:lnTo>
                  <a:cubicBezTo>
                    <a:pt x="274" y="13648"/>
                    <a:pt x="153" y="13770"/>
                    <a:pt x="1" y="13861"/>
                  </a:cubicBezTo>
                  <a:cubicBezTo>
                    <a:pt x="578" y="13982"/>
                    <a:pt x="1156" y="14013"/>
                    <a:pt x="1642" y="14013"/>
                  </a:cubicBezTo>
                  <a:cubicBezTo>
                    <a:pt x="2736" y="13982"/>
                    <a:pt x="3861" y="13770"/>
                    <a:pt x="5016" y="13374"/>
                  </a:cubicBezTo>
                  <a:cubicBezTo>
                    <a:pt x="6414" y="12888"/>
                    <a:pt x="7782" y="12250"/>
                    <a:pt x="9211" y="11368"/>
                  </a:cubicBezTo>
                  <a:cubicBezTo>
                    <a:pt x="9879" y="10943"/>
                    <a:pt x="10548" y="10487"/>
                    <a:pt x="11277" y="9970"/>
                  </a:cubicBezTo>
                  <a:cubicBezTo>
                    <a:pt x="11642" y="9666"/>
                    <a:pt x="12007" y="9423"/>
                    <a:pt x="12341" y="9149"/>
                  </a:cubicBezTo>
                  <a:cubicBezTo>
                    <a:pt x="12858" y="8754"/>
                    <a:pt x="13375" y="8298"/>
                    <a:pt x="13922" y="7812"/>
                  </a:cubicBezTo>
                  <a:cubicBezTo>
                    <a:pt x="14925" y="6900"/>
                    <a:pt x="15746" y="6049"/>
                    <a:pt x="16475" y="5228"/>
                  </a:cubicBezTo>
                  <a:cubicBezTo>
                    <a:pt x="17326" y="4256"/>
                    <a:pt x="18025" y="3344"/>
                    <a:pt x="18603" y="2432"/>
                  </a:cubicBezTo>
                  <a:cubicBezTo>
                    <a:pt x="18816" y="2128"/>
                    <a:pt x="18998" y="1794"/>
                    <a:pt x="19150" y="1459"/>
                  </a:cubicBezTo>
                  <a:lnTo>
                    <a:pt x="19180" y="1399"/>
                  </a:lnTo>
                  <a:cubicBezTo>
                    <a:pt x="19484" y="912"/>
                    <a:pt x="19727" y="456"/>
                    <a:pt x="19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5" name="Google Shape;8915;p216"/>
          <p:cNvGrpSpPr/>
          <p:nvPr/>
        </p:nvGrpSpPr>
        <p:grpSpPr>
          <a:xfrm>
            <a:off x="450644" y="894851"/>
            <a:ext cx="204605" cy="264756"/>
            <a:chOff x="2390900" y="733575"/>
            <a:chExt cx="263700" cy="341225"/>
          </a:xfrm>
        </p:grpSpPr>
        <p:sp>
          <p:nvSpPr>
            <p:cNvPr id="8916" name="Google Shape;8916;p21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p21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8" name="Google Shape;8918;p216"/>
          <p:cNvGrpSpPr/>
          <p:nvPr/>
        </p:nvGrpSpPr>
        <p:grpSpPr>
          <a:xfrm>
            <a:off x="4655444" y="571201"/>
            <a:ext cx="204605" cy="264756"/>
            <a:chOff x="2390900" y="733575"/>
            <a:chExt cx="263700" cy="341225"/>
          </a:xfrm>
        </p:grpSpPr>
        <p:sp>
          <p:nvSpPr>
            <p:cNvPr id="8919" name="Google Shape;8919;p21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21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21" name="Google Shape;8921;p216"/>
          <p:cNvGrpSpPr/>
          <p:nvPr/>
        </p:nvGrpSpPr>
        <p:grpSpPr>
          <a:xfrm>
            <a:off x="3337719" y="4511376"/>
            <a:ext cx="204605" cy="264756"/>
            <a:chOff x="2390900" y="733575"/>
            <a:chExt cx="263700" cy="341225"/>
          </a:xfrm>
        </p:grpSpPr>
        <p:sp>
          <p:nvSpPr>
            <p:cNvPr id="8922" name="Google Shape;8922;p216"/>
            <p:cNvSpPr/>
            <p:nvPr/>
          </p:nvSpPr>
          <p:spPr>
            <a:xfrm>
              <a:off x="2390900" y="733575"/>
              <a:ext cx="263700" cy="341225"/>
            </a:xfrm>
            <a:custGeom>
              <a:rect b="b" l="l" r="r" t="t"/>
              <a:pathLst>
                <a:path extrusionOk="0" h="13649" w="10548">
                  <a:moveTo>
                    <a:pt x="5258" y="1"/>
                  </a:moveTo>
                  <a:cubicBezTo>
                    <a:pt x="5107" y="92"/>
                    <a:pt x="4955" y="214"/>
                    <a:pt x="4833" y="305"/>
                  </a:cubicBezTo>
                  <a:cubicBezTo>
                    <a:pt x="4803" y="335"/>
                    <a:pt x="4803" y="335"/>
                    <a:pt x="4772" y="366"/>
                  </a:cubicBezTo>
                  <a:cubicBezTo>
                    <a:pt x="4681" y="457"/>
                    <a:pt x="4559" y="548"/>
                    <a:pt x="4468" y="639"/>
                  </a:cubicBezTo>
                  <a:cubicBezTo>
                    <a:pt x="3526" y="1460"/>
                    <a:pt x="2705" y="2341"/>
                    <a:pt x="2037" y="3253"/>
                  </a:cubicBezTo>
                  <a:cubicBezTo>
                    <a:pt x="1246" y="4347"/>
                    <a:pt x="669" y="5442"/>
                    <a:pt x="334" y="6566"/>
                  </a:cubicBezTo>
                  <a:cubicBezTo>
                    <a:pt x="152" y="7174"/>
                    <a:pt x="61" y="7782"/>
                    <a:pt x="0" y="8390"/>
                  </a:cubicBezTo>
                  <a:cubicBezTo>
                    <a:pt x="0" y="8664"/>
                    <a:pt x="0" y="8998"/>
                    <a:pt x="30" y="9302"/>
                  </a:cubicBezTo>
                  <a:cubicBezTo>
                    <a:pt x="61" y="9636"/>
                    <a:pt x="91" y="9940"/>
                    <a:pt x="152" y="10214"/>
                  </a:cubicBezTo>
                  <a:cubicBezTo>
                    <a:pt x="274" y="10731"/>
                    <a:pt x="486" y="11217"/>
                    <a:pt x="790" y="11642"/>
                  </a:cubicBezTo>
                  <a:cubicBezTo>
                    <a:pt x="1064" y="12038"/>
                    <a:pt x="1429" y="12372"/>
                    <a:pt x="1854" y="12676"/>
                  </a:cubicBezTo>
                  <a:cubicBezTo>
                    <a:pt x="2310" y="13010"/>
                    <a:pt x="2888" y="13253"/>
                    <a:pt x="3526" y="13436"/>
                  </a:cubicBezTo>
                  <a:cubicBezTo>
                    <a:pt x="4073" y="13588"/>
                    <a:pt x="4651" y="13648"/>
                    <a:pt x="5289" y="13648"/>
                  </a:cubicBezTo>
                  <a:lnTo>
                    <a:pt x="5714" y="13648"/>
                  </a:lnTo>
                  <a:cubicBezTo>
                    <a:pt x="5775" y="13648"/>
                    <a:pt x="5836" y="13648"/>
                    <a:pt x="5927" y="13618"/>
                  </a:cubicBezTo>
                  <a:lnTo>
                    <a:pt x="6049" y="13618"/>
                  </a:lnTo>
                  <a:cubicBezTo>
                    <a:pt x="6383" y="13557"/>
                    <a:pt x="6717" y="13527"/>
                    <a:pt x="7021" y="13436"/>
                  </a:cubicBezTo>
                  <a:cubicBezTo>
                    <a:pt x="7660" y="13253"/>
                    <a:pt x="8207" y="13010"/>
                    <a:pt x="8693" y="12676"/>
                  </a:cubicBezTo>
                  <a:cubicBezTo>
                    <a:pt x="9119" y="12372"/>
                    <a:pt x="9453" y="12038"/>
                    <a:pt x="9727" y="11642"/>
                  </a:cubicBezTo>
                  <a:cubicBezTo>
                    <a:pt x="10031" y="11217"/>
                    <a:pt x="10243" y="10700"/>
                    <a:pt x="10365" y="10214"/>
                  </a:cubicBezTo>
                  <a:cubicBezTo>
                    <a:pt x="10426" y="9940"/>
                    <a:pt x="10487" y="9606"/>
                    <a:pt x="10517" y="9302"/>
                  </a:cubicBezTo>
                  <a:cubicBezTo>
                    <a:pt x="10547" y="8968"/>
                    <a:pt x="10547" y="8664"/>
                    <a:pt x="10517" y="8360"/>
                  </a:cubicBezTo>
                  <a:cubicBezTo>
                    <a:pt x="10487" y="7752"/>
                    <a:pt x="10365" y="7144"/>
                    <a:pt x="10213" y="6566"/>
                  </a:cubicBezTo>
                  <a:cubicBezTo>
                    <a:pt x="9879" y="5442"/>
                    <a:pt x="9301" y="4347"/>
                    <a:pt x="8511" y="3253"/>
                  </a:cubicBezTo>
                  <a:cubicBezTo>
                    <a:pt x="7842" y="2372"/>
                    <a:pt x="7082" y="1521"/>
                    <a:pt x="6231" y="761"/>
                  </a:cubicBezTo>
                  <a:cubicBezTo>
                    <a:pt x="6201" y="730"/>
                    <a:pt x="6140" y="700"/>
                    <a:pt x="6110" y="670"/>
                  </a:cubicBezTo>
                  <a:cubicBezTo>
                    <a:pt x="5927" y="518"/>
                    <a:pt x="5775" y="366"/>
                    <a:pt x="5593" y="214"/>
                  </a:cubicBezTo>
                  <a:lnTo>
                    <a:pt x="5502" y="183"/>
                  </a:lnTo>
                  <a:cubicBezTo>
                    <a:pt x="5441" y="122"/>
                    <a:pt x="5380" y="62"/>
                    <a:pt x="5289" y="31"/>
                  </a:cubicBezTo>
                  <a:cubicBezTo>
                    <a:pt x="5289" y="1"/>
                    <a:pt x="5258" y="1"/>
                    <a:pt x="5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216"/>
            <p:cNvSpPr/>
            <p:nvPr/>
          </p:nvSpPr>
          <p:spPr>
            <a:xfrm>
              <a:off x="2390900" y="750300"/>
              <a:ext cx="249250" cy="324500"/>
            </a:xfrm>
            <a:custGeom>
              <a:rect b="b" l="l" r="r" t="t"/>
              <a:pathLst>
                <a:path extrusionOk="0" h="12980" w="9970">
                  <a:moveTo>
                    <a:pt x="4407" y="1"/>
                  </a:moveTo>
                  <a:lnTo>
                    <a:pt x="4407" y="1"/>
                  </a:lnTo>
                  <a:cubicBezTo>
                    <a:pt x="3496" y="821"/>
                    <a:pt x="2705" y="1672"/>
                    <a:pt x="2037" y="2584"/>
                  </a:cubicBezTo>
                  <a:cubicBezTo>
                    <a:pt x="1246" y="3678"/>
                    <a:pt x="669" y="4773"/>
                    <a:pt x="334" y="5897"/>
                  </a:cubicBezTo>
                  <a:cubicBezTo>
                    <a:pt x="152" y="6505"/>
                    <a:pt x="61" y="7083"/>
                    <a:pt x="0" y="7691"/>
                  </a:cubicBezTo>
                  <a:cubicBezTo>
                    <a:pt x="0" y="7995"/>
                    <a:pt x="0" y="8299"/>
                    <a:pt x="30" y="8633"/>
                  </a:cubicBezTo>
                  <a:cubicBezTo>
                    <a:pt x="61" y="8937"/>
                    <a:pt x="91" y="9241"/>
                    <a:pt x="152" y="9545"/>
                  </a:cubicBezTo>
                  <a:cubicBezTo>
                    <a:pt x="274" y="10031"/>
                    <a:pt x="486" y="10548"/>
                    <a:pt x="790" y="10973"/>
                  </a:cubicBezTo>
                  <a:cubicBezTo>
                    <a:pt x="1064" y="11369"/>
                    <a:pt x="1429" y="11703"/>
                    <a:pt x="1854" y="12007"/>
                  </a:cubicBezTo>
                  <a:cubicBezTo>
                    <a:pt x="2310" y="12341"/>
                    <a:pt x="2888" y="12584"/>
                    <a:pt x="3526" y="12767"/>
                  </a:cubicBezTo>
                  <a:cubicBezTo>
                    <a:pt x="4073" y="12919"/>
                    <a:pt x="4651" y="12979"/>
                    <a:pt x="5289" y="12979"/>
                  </a:cubicBezTo>
                  <a:lnTo>
                    <a:pt x="5714" y="12979"/>
                  </a:lnTo>
                  <a:lnTo>
                    <a:pt x="5988" y="12949"/>
                  </a:lnTo>
                  <a:lnTo>
                    <a:pt x="6049" y="12949"/>
                  </a:lnTo>
                  <a:cubicBezTo>
                    <a:pt x="6383" y="12888"/>
                    <a:pt x="6717" y="12828"/>
                    <a:pt x="7021" y="12767"/>
                  </a:cubicBezTo>
                  <a:cubicBezTo>
                    <a:pt x="7660" y="12584"/>
                    <a:pt x="8207" y="12341"/>
                    <a:pt x="8693" y="12007"/>
                  </a:cubicBezTo>
                  <a:cubicBezTo>
                    <a:pt x="9119" y="11703"/>
                    <a:pt x="9483" y="11369"/>
                    <a:pt x="9757" y="10973"/>
                  </a:cubicBezTo>
                  <a:cubicBezTo>
                    <a:pt x="9818" y="10852"/>
                    <a:pt x="9909" y="10730"/>
                    <a:pt x="9970" y="10609"/>
                  </a:cubicBezTo>
                  <a:lnTo>
                    <a:pt x="9970" y="10609"/>
                  </a:lnTo>
                  <a:cubicBezTo>
                    <a:pt x="9879" y="10669"/>
                    <a:pt x="9818" y="10761"/>
                    <a:pt x="9757" y="10821"/>
                  </a:cubicBezTo>
                  <a:cubicBezTo>
                    <a:pt x="9392" y="11125"/>
                    <a:pt x="8997" y="11399"/>
                    <a:pt x="8572" y="11581"/>
                  </a:cubicBezTo>
                  <a:cubicBezTo>
                    <a:pt x="8146" y="11794"/>
                    <a:pt x="7721" y="11916"/>
                    <a:pt x="7265" y="12007"/>
                  </a:cubicBezTo>
                  <a:cubicBezTo>
                    <a:pt x="6964" y="12044"/>
                    <a:pt x="6675" y="12070"/>
                    <a:pt x="6383" y="12070"/>
                  </a:cubicBezTo>
                  <a:cubicBezTo>
                    <a:pt x="6203" y="12070"/>
                    <a:pt x="6022" y="12060"/>
                    <a:pt x="5836" y="12037"/>
                  </a:cubicBezTo>
                  <a:cubicBezTo>
                    <a:pt x="5593" y="12007"/>
                    <a:pt x="5380" y="11976"/>
                    <a:pt x="5137" y="11916"/>
                  </a:cubicBezTo>
                  <a:cubicBezTo>
                    <a:pt x="4924" y="11824"/>
                    <a:pt x="4681" y="11764"/>
                    <a:pt x="4468" y="11672"/>
                  </a:cubicBezTo>
                  <a:cubicBezTo>
                    <a:pt x="4255" y="11581"/>
                    <a:pt x="4043" y="11460"/>
                    <a:pt x="3830" y="11308"/>
                  </a:cubicBezTo>
                  <a:cubicBezTo>
                    <a:pt x="3617" y="11186"/>
                    <a:pt x="3435" y="11065"/>
                    <a:pt x="3283" y="10913"/>
                  </a:cubicBezTo>
                  <a:cubicBezTo>
                    <a:pt x="2948" y="10639"/>
                    <a:pt x="2675" y="10335"/>
                    <a:pt x="2432" y="9970"/>
                  </a:cubicBezTo>
                  <a:cubicBezTo>
                    <a:pt x="2219" y="9636"/>
                    <a:pt x="2067" y="9271"/>
                    <a:pt x="1945" y="8876"/>
                  </a:cubicBezTo>
                  <a:cubicBezTo>
                    <a:pt x="1702" y="8055"/>
                    <a:pt x="1702" y="7204"/>
                    <a:pt x="1793" y="6384"/>
                  </a:cubicBezTo>
                  <a:cubicBezTo>
                    <a:pt x="1915" y="5472"/>
                    <a:pt x="2158" y="4560"/>
                    <a:pt x="2492" y="3709"/>
                  </a:cubicBezTo>
                  <a:cubicBezTo>
                    <a:pt x="2796" y="2858"/>
                    <a:pt x="3192" y="2037"/>
                    <a:pt x="3648" y="1216"/>
                  </a:cubicBezTo>
                  <a:cubicBezTo>
                    <a:pt x="3891" y="821"/>
                    <a:pt x="4134" y="396"/>
                    <a:pt x="4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8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3.xml"/><Relationship Id="rId21" Type="http://schemas.openxmlformats.org/officeDocument/2006/relationships/slideLayout" Target="../slideLayouts/slideLayout52.xml"/><Relationship Id="rId24" Type="http://schemas.openxmlformats.org/officeDocument/2006/relationships/slideLayout" Target="../slideLayouts/slideLayout55.xml"/><Relationship Id="rId23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2.xml"/><Relationship Id="rId2" Type="http://schemas.openxmlformats.org/officeDocument/2006/relationships/slideLayout" Target="../slideLayouts/slideLayout33.xml"/><Relationship Id="rId3" Type="http://schemas.openxmlformats.org/officeDocument/2006/relationships/slideLayout" Target="../slideLayouts/slideLayout34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26" Type="http://schemas.openxmlformats.org/officeDocument/2006/relationships/slideLayout" Target="../slideLayouts/slideLayout57.xml"/><Relationship Id="rId25" Type="http://schemas.openxmlformats.org/officeDocument/2006/relationships/slideLayout" Target="../slideLayouts/slideLayout56.xml"/><Relationship Id="rId28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58.xml"/><Relationship Id="rId5" Type="http://schemas.openxmlformats.org/officeDocument/2006/relationships/slideLayout" Target="../slideLayouts/slideLayout36.xml"/><Relationship Id="rId6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60.xml"/><Relationship Id="rId7" Type="http://schemas.openxmlformats.org/officeDocument/2006/relationships/slideLayout" Target="../slideLayouts/slideLayout38.xml"/><Relationship Id="rId8" Type="http://schemas.openxmlformats.org/officeDocument/2006/relationships/slideLayout" Target="../slideLayouts/slideLayout39.xml"/><Relationship Id="rId31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1.xml"/><Relationship Id="rId32" Type="http://schemas.openxmlformats.org/officeDocument/2006/relationships/theme" Target="../theme/theme9.xml"/><Relationship Id="rId13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3.xml"/><Relationship Id="rId15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48.xml"/><Relationship Id="rId16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49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82.xml"/><Relationship Id="rId22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83.xml"/><Relationship Id="rId24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85.xml"/><Relationship Id="rId1" Type="http://schemas.openxmlformats.org/officeDocument/2006/relationships/slideLayout" Target="../slideLayouts/slideLayout63.xml"/><Relationship Id="rId2" Type="http://schemas.openxmlformats.org/officeDocument/2006/relationships/slideLayout" Target="../slideLayouts/slideLayout64.xml"/><Relationship Id="rId3" Type="http://schemas.openxmlformats.org/officeDocument/2006/relationships/slideLayout" Target="../slideLayouts/slideLayout65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26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87.xml"/><Relationship Id="rId28" Type="http://schemas.openxmlformats.org/officeDocument/2006/relationships/slideLayout" Target="../slideLayouts/slideLayout90.xml"/><Relationship Id="rId27" Type="http://schemas.openxmlformats.org/officeDocument/2006/relationships/slideLayout" Target="../slideLayouts/slideLayout89.xml"/><Relationship Id="rId5" Type="http://schemas.openxmlformats.org/officeDocument/2006/relationships/slideLayout" Target="../slideLayouts/slideLayout67.xml"/><Relationship Id="rId6" Type="http://schemas.openxmlformats.org/officeDocument/2006/relationships/slideLayout" Target="../slideLayouts/slideLayout68.xml"/><Relationship Id="rId29" Type="http://schemas.openxmlformats.org/officeDocument/2006/relationships/slideLayout" Target="../slideLayouts/slideLayout91.xml"/><Relationship Id="rId7" Type="http://schemas.openxmlformats.org/officeDocument/2006/relationships/slideLayout" Target="../slideLayouts/slideLayout69.xml"/><Relationship Id="rId8" Type="http://schemas.openxmlformats.org/officeDocument/2006/relationships/slideLayout" Target="../slideLayouts/slideLayout70.xml"/><Relationship Id="rId31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2.xml"/><Relationship Id="rId11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72.xml"/><Relationship Id="rId32" Type="http://schemas.openxmlformats.org/officeDocument/2006/relationships/theme" Target="../theme/theme10.xml"/><Relationship Id="rId13" Type="http://schemas.openxmlformats.org/officeDocument/2006/relationships/slideLayout" Target="../slideLayouts/slideLayout75.xml"/><Relationship Id="rId12" Type="http://schemas.openxmlformats.org/officeDocument/2006/relationships/slideLayout" Target="../slideLayouts/slideLayout74.xml"/><Relationship Id="rId15" Type="http://schemas.openxmlformats.org/officeDocument/2006/relationships/slideLayout" Target="../slideLayouts/slideLayout77.xml"/><Relationship Id="rId14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79.xml"/><Relationship Id="rId16" Type="http://schemas.openxmlformats.org/officeDocument/2006/relationships/slideLayout" Target="../slideLayouts/slideLayout78.xml"/><Relationship Id="rId19" Type="http://schemas.openxmlformats.org/officeDocument/2006/relationships/slideLayout" Target="../slideLayouts/slideLayout81.xml"/><Relationship Id="rId18" Type="http://schemas.openxmlformats.org/officeDocument/2006/relationships/slideLayout" Target="../slideLayouts/slideLayout80.xml"/></Relationships>
</file>

<file path=ppt/slideMasters/_rels/slideMaster4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13.xml"/><Relationship Id="rId22" Type="http://schemas.openxmlformats.org/officeDocument/2006/relationships/slideLayout" Target="../slideLayouts/slideLayout115.xml"/><Relationship Id="rId21" Type="http://schemas.openxmlformats.org/officeDocument/2006/relationships/slideLayout" Target="../slideLayouts/slideLayout114.xml"/><Relationship Id="rId24" Type="http://schemas.openxmlformats.org/officeDocument/2006/relationships/slideLayout" Target="../slideLayouts/slideLayout117.xml"/><Relationship Id="rId23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94.xml"/><Relationship Id="rId2" Type="http://schemas.openxmlformats.org/officeDocument/2006/relationships/slideLayout" Target="../slideLayouts/slideLayout95.xml"/><Relationship Id="rId3" Type="http://schemas.openxmlformats.org/officeDocument/2006/relationships/slideLayout" Target="../slideLayouts/slideLayout96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Relationship Id="rId26" Type="http://schemas.openxmlformats.org/officeDocument/2006/relationships/slideLayout" Target="../slideLayouts/slideLayout119.xml"/><Relationship Id="rId25" Type="http://schemas.openxmlformats.org/officeDocument/2006/relationships/slideLayout" Target="../slideLayouts/slideLayout118.xml"/><Relationship Id="rId28" Type="http://schemas.openxmlformats.org/officeDocument/2006/relationships/slideLayout" Target="../slideLayouts/slideLayout121.xml"/><Relationship Id="rId27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98.xml"/><Relationship Id="rId6" Type="http://schemas.openxmlformats.org/officeDocument/2006/relationships/slideLayout" Target="../slideLayouts/slideLayout99.xml"/><Relationship Id="rId29" Type="http://schemas.openxmlformats.org/officeDocument/2006/relationships/slideLayout" Target="../slideLayouts/slideLayout122.xml"/><Relationship Id="rId7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101.xml"/><Relationship Id="rId31" Type="http://schemas.openxmlformats.org/officeDocument/2006/relationships/slideLayout" Target="../slideLayouts/slideLayout124.xml"/><Relationship Id="rId30" Type="http://schemas.openxmlformats.org/officeDocument/2006/relationships/slideLayout" Target="../slideLayouts/slideLayout123.xml"/><Relationship Id="rId11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103.xml"/><Relationship Id="rId32" Type="http://schemas.openxmlformats.org/officeDocument/2006/relationships/theme" Target="../theme/theme7.xml"/><Relationship Id="rId13" Type="http://schemas.openxmlformats.org/officeDocument/2006/relationships/slideLayout" Target="../slideLayouts/slideLayout106.xml"/><Relationship Id="rId12" Type="http://schemas.openxmlformats.org/officeDocument/2006/relationships/slideLayout" Target="../slideLayouts/slideLayout105.xml"/><Relationship Id="rId15" Type="http://schemas.openxmlformats.org/officeDocument/2006/relationships/slideLayout" Target="../slideLayouts/slideLayout108.xml"/><Relationship Id="rId14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09.xml"/><Relationship Id="rId19" Type="http://schemas.openxmlformats.org/officeDocument/2006/relationships/slideLayout" Target="../slideLayouts/slideLayout112.xml"/><Relationship Id="rId18" Type="http://schemas.openxmlformats.org/officeDocument/2006/relationships/slideLayout" Target="../slideLayouts/slideLayout111.xml"/></Relationships>
</file>

<file path=ppt/slideMasters/_rels/slideMaster5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44.xml"/><Relationship Id="rId22" Type="http://schemas.openxmlformats.org/officeDocument/2006/relationships/slideLayout" Target="../slideLayouts/slideLayout146.xml"/><Relationship Id="rId21" Type="http://schemas.openxmlformats.org/officeDocument/2006/relationships/slideLayout" Target="../slideLayouts/slideLayout145.xml"/><Relationship Id="rId24" Type="http://schemas.openxmlformats.org/officeDocument/2006/relationships/slideLayout" Target="../slideLayouts/slideLayout148.xml"/><Relationship Id="rId23" Type="http://schemas.openxmlformats.org/officeDocument/2006/relationships/slideLayout" Target="../slideLayouts/slideLayout147.xml"/><Relationship Id="rId1" Type="http://schemas.openxmlformats.org/officeDocument/2006/relationships/slideLayout" Target="../slideLayouts/slideLayout125.xml"/><Relationship Id="rId2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28.xml"/><Relationship Id="rId9" Type="http://schemas.openxmlformats.org/officeDocument/2006/relationships/slideLayout" Target="../slideLayouts/slideLayout133.xml"/><Relationship Id="rId26" Type="http://schemas.openxmlformats.org/officeDocument/2006/relationships/slideLayout" Target="../slideLayouts/slideLayout150.xml"/><Relationship Id="rId25" Type="http://schemas.openxmlformats.org/officeDocument/2006/relationships/slideLayout" Target="../slideLayouts/slideLayout149.xml"/><Relationship Id="rId28" Type="http://schemas.openxmlformats.org/officeDocument/2006/relationships/slideLayout" Target="../slideLayouts/slideLayout152.xml"/><Relationship Id="rId27" Type="http://schemas.openxmlformats.org/officeDocument/2006/relationships/slideLayout" Target="../slideLayouts/slideLayout151.xml"/><Relationship Id="rId5" Type="http://schemas.openxmlformats.org/officeDocument/2006/relationships/slideLayout" Target="../slideLayouts/slideLayout129.xml"/><Relationship Id="rId6" Type="http://schemas.openxmlformats.org/officeDocument/2006/relationships/slideLayout" Target="../slideLayouts/slideLayout130.xml"/><Relationship Id="rId29" Type="http://schemas.openxmlformats.org/officeDocument/2006/relationships/slideLayout" Target="../slideLayouts/slideLayout153.xml"/><Relationship Id="rId7" Type="http://schemas.openxmlformats.org/officeDocument/2006/relationships/slideLayout" Target="../slideLayouts/slideLayout131.xml"/><Relationship Id="rId8" Type="http://schemas.openxmlformats.org/officeDocument/2006/relationships/slideLayout" Target="../slideLayouts/slideLayout132.xml"/><Relationship Id="rId31" Type="http://schemas.openxmlformats.org/officeDocument/2006/relationships/slideLayout" Target="../slideLayouts/slideLayout155.xml"/><Relationship Id="rId30" Type="http://schemas.openxmlformats.org/officeDocument/2006/relationships/slideLayout" Target="../slideLayouts/slideLayout154.xml"/><Relationship Id="rId11" Type="http://schemas.openxmlformats.org/officeDocument/2006/relationships/slideLayout" Target="../slideLayouts/slideLayout135.xml"/><Relationship Id="rId10" Type="http://schemas.openxmlformats.org/officeDocument/2006/relationships/slideLayout" Target="../slideLayouts/slideLayout134.xml"/><Relationship Id="rId32" Type="http://schemas.openxmlformats.org/officeDocument/2006/relationships/theme" Target="../theme/theme6.xml"/><Relationship Id="rId13" Type="http://schemas.openxmlformats.org/officeDocument/2006/relationships/slideLayout" Target="../slideLayouts/slideLayout137.xml"/><Relationship Id="rId12" Type="http://schemas.openxmlformats.org/officeDocument/2006/relationships/slideLayout" Target="../slideLayouts/slideLayout136.xml"/><Relationship Id="rId15" Type="http://schemas.openxmlformats.org/officeDocument/2006/relationships/slideLayout" Target="../slideLayouts/slideLayout139.xml"/><Relationship Id="rId14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40.xml"/><Relationship Id="rId19" Type="http://schemas.openxmlformats.org/officeDocument/2006/relationships/slideLayout" Target="../slideLayouts/slideLayout143.xml"/><Relationship Id="rId18" Type="http://schemas.openxmlformats.org/officeDocument/2006/relationships/slideLayout" Target="../slideLayouts/slideLayout142.xml"/></Relationships>
</file>

<file path=ppt/slideMasters/_rels/slideMaster6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75.xml"/><Relationship Id="rId22" Type="http://schemas.openxmlformats.org/officeDocument/2006/relationships/slideLayout" Target="../slideLayouts/slideLayout177.xml"/><Relationship Id="rId21" Type="http://schemas.openxmlformats.org/officeDocument/2006/relationships/slideLayout" Target="../slideLayouts/slideLayout176.xml"/><Relationship Id="rId24" Type="http://schemas.openxmlformats.org/officeDocument/2006/relationships/slideLayout" Target="../slideLayouts/slideLayout179.xml"/><Relationship Id="rId23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56.xml"/><Relationship Id="rId2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58.xml"/><Relationship Id="rId4" Type="http://schemas.openxmlformats.org/officeDocument/2006/relationships/slideLayout" Target="../slideLayouts/slideLayout159.xml"/><Relationship Id="rId9" Type="http://schemas.openxmlformats.org/officeDocument/2006/relationships/slideLayout" Target="../slideLayouts/slideLayout164.xml"/><Relationship Id="rId26" Type="http://schemas.openxmlformats.org/officeDocument/2006/relationships/slideLayout" Target="../slideLayouts/slideLayout181.xml"/><Relationship Id="rId25" Type="http://schemas.openxmlformats.org/officeDocument/2006/relationships/slideLayout" Target="../slideLayouts/slideLayout180.xml"/><Relationship Id="rId28" Type="http://schemas.openxmlformats.org/officeDocument/2006/relationships/slideLayout" Target="../slideLayouts/slideLayout183.xml"/><Relationship Id="rId27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61.xml"/><Relationship Id="rId29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162.xml"/><Relationship Id="rId8" Type="http://schemas.openxmlformats.org/officeDocument/2006/relationships/slideLayout" Target="../slideLayouts/slideLayout163.xml"/><Relationship Id="rId31" Type="http://schemas.openxmlformats.org/officeDocument/2006/relationships/slideLayout" Target="../slideLayouts/slideLayout186.xml"/><Relationship Id="rId30" Type="http://schemas.openxmlformats.org/officeDocument/2006/relationships/slideLayout" Target="../slideLayouts/slideLayout185.xml"/><Relationship Id="rId11" Type="http://schemas.openxmlformats.org/officeDocument/2006/relationships/slideLayout" Target="../slideLayouts/slideLayout166.xml"/><Relationship Id="rId10" Type="http://schemas.openxmlformats.org/officeDocument/2006/relationships/slideLayout" Target="../slideLayouts/slideLayout165.xml"/><Relationship Id="rId32" Type="http://schemas.openxmlformats.org/officeDocument/2006/relationships/theme" Target="../theme/theme2.xml"/><Relationship Id="rId13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67.xml"/><Relationship Id="rId15" Type="http://schemas.openxmlformats.org/officeDocument/2006/relationships/slideLayout" Target="../slideLayouts/slideLayout170.xml"/><Relationship Id="rId14" Type="http://schemas.openxmlformats.org/officeDocument/2006/relationships/slideLayout" Target="../slideLayouts/slideLayout169.xml"/><Relationship Id="rId17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71.xml"/><Relationship Id="rId19" Type="http://schemas.openxmlformats.org/officeDocument/2006/relationships/slideLayout" Target="../slideLayouts/slideLayout174.xml"/><Relationship Id="rId18" Type="http://schemas.openxmlformats.org/officeDocument/2006/relationships/slideLayout" Target="../slideLayouts/slideLayout173.xml"/></Relationships>
</file>

<file path=ppt/slideMasters/_rels/slideMaster7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6.xml"/><Relationship Id="rId22" Type="http://schemas.openxmlformats.org/officeDocument/2006/relationships/slideLayout" Target="../slideLayouts/slideLayout208.xml"/><Relationship Id="rId21" Type="http://schemas.openxmlformats.org/officeDocument/2006/relationships/slideLayout" Target="../slideLayouts/slideLayout207.xml"/><Relationship Id="rId24" Type="http://schemas.openxmlformats.org/officeDocument/2006/relationships/slideLayout" Target="../slideLayouts/slideLayout210.xml"/><Relationship Id="rId23" Type="http://schemas.openxmlformats.org/officeDocument/2006/relationships/slideLayout" Target="../slideLayouts/slideLayout209.xml"/><Relationship Id="rId1" Type="http://schemas.openxmlformats.org/officeDocument/2006/relationships/slideLayout" Target="../slideLayouts/slideLayout187.xml"/><Relationship Id="rId2" Type="http://schemas.openxmlformats.org/officeDocument/2006/relationships/slideLayout" Target="../slideLayouts/slideLayout188.xml"/><Relationship Id="rId3" Type="http://schemas.openxmlformats.org/officeDocument/2006/relationships/slideLayout" Target="../slideLayouts/slideLayout189.xml"/><Relationship Id="rId4" Type="http://schemas.openxmlformats.org/officeDocument/2006/relationships/slideLayout" Target="../slideLayouts/slideLayout190.xml"/><Relationship Id="rId9" Type="http://schemas.openxmlformats.org/officeDocument/2006/relationships/slideLayout" Target="../slideLayouts/slideLayout195.xml"/><Relationship Id="rId26" Type="http://schemas.openxmlformats.org/officeDocument/2006/relationships/slideLayout" Target="../slideLayouts/slideLayout212.xml"/><Relationship Id="rId25" Type="http://schemas.openxmlformats.org/officeDocument/2006/relationships/slideLayout" Target="../slideLayouts/slideLayout211.xml"/><Relationship Id="rId28" Type="http://schemas.openxmlformats.org/officeDocument/2006/relationships/slideLayout" Target="../slideLayouts/slideLayout214.xml"/><Relationship Id="rId27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191.xml"/><Relationship Id="rId6" Type="http://schemas.openxmlformats.org/officeDocument/2006/relationships/slideLayout" Target="../slideLayouts/slideLayout192.xml"/><Relationship Id="rId29" Type="http://schemas.openxmlformats.org/officeDocument/2006/relationships/slideLayout" Target="../slideLayouts/slideLayout215.xml"/><Relationship Id="rId7" Type="http://schemas.openxmlformats.org/officeDocument/2006/relationships/slideLayout" Target="../slideLayouts/slideLayout193.xml"/><Relationship Id="rId8" Type="http://schemas.openxmlformats.org/officeDocument/2006/relationships/slideLayout" Target="../slideLayouts/slideLayout194.xml"/><Relationship Id="rId31" Type="http://schemas.openxmlformats.org/officeDocument/2006/relationships/slideLayout" Target="../slideLayouts/slideLayout217.xml"/><Relationship Id="rId30" Type="http://schemas.openxmlformats.org/officeDocument/2006/relationships/slideLayout" Target="../slideLayouts/slideLayout216.xml"/><Relationship Id="rId11" Type="http://schemas.openxmlformats.org/officeDocument/2006/relationships/slideLayout" Target="../slideLayouts/slideLayout197.xml"/><Relationship Id="rId10" Type="http://schemas.openxmlformats.org/officeDocument/2006/relationships/slideLayout" Target="../slideLayouts/slideLayout196.xml"/><Relationship Id="rId32" Type="http://schemas.openxmlformats.org/officeDocument/2006/relationships/theme" Target="../theme/theme4.xml"/><Relationship Id="rId13" Type="http://schemas.openxmlformats.org/officeDocument/2006/relationships/slideLayout" Target="../slideLayouts/slideLayout199.xml"/><Relationship Id="rId12" Type="http://schemas.openxmlformats.org/officeDocument/2006/relationships/slideLayout" Target="../slideLayouts/slideLayout198.xml"/><Relationship Id="rId15" Type="http://schemas.openxmlformats.org/officeDocument/2006/relationships/slideLayout" Target="../slideLayouts/slideLayout201.xml"/><Relationship Id="rId14" Type="http://schemas.openxmlformats.org/officeDocument/2006/relationships/slideLayout" Target="../slideLayouts/slideLayout200.xml"/><Relationship Id="rId17" Type="http://schemas.openxmlformats.org/officeDocument/2006/relationships/slideLayout" Target="../slideLayouts/slideLayout203.xml"/><Relationship Id="rId16" Type="http://schemas.openxmlformats.org/officeDocument/2006/relationships/slideLayout" Target="../slideLayouts/slideLayout202.xml"/><Relationship Id="rId19" Type="http://schemas.openxmlformats.org/officeDocument/2006/relationships/slideLayout" Target="../slideLayouts/slideLayout205.xml"/><Relationship Id="rId18" Type="http://schemas.openxmlformats.org/officeDocument/2006/relationships/slideLayout" Target="../slideLayouts/slideLayout204.xml"/></Relationships>
</file>

<file path=ppt/slideMasters/_rels/slideMaster8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37.xml"/><Relationship Id="rId22" Type="http://schemas.openxmlformats.org/officeDocument/2006/relationships/slideLayout" Target="../slideLayouts/slideLayout239.xml"/><Relationship Id="rId21" Type="http://schemas.openxmlformats.org/officeDocument/2006/relationships/slideLayout" Target="../slideLayouts/slideLayout238.xml"/><Relationship Id="rId24" Type="http://schemas.openxmlformats.org/officeDocument/2006/relationships/slideLayout" Target="../slideLayouts/slideLayout241.xml"/><Relationship Id="rId23" Type="http://schemas.openxmlformats.org/officeDocument/2006/relationships/slideLayout" Target="../slideLayouts/slideLayout240.xml"/><Relationship Id="rId1" Type="http://schemas.openxmlformats.org/officeDocument/2006/relationships/slideLayout" Target="../slideLayouts/slideLayout218.xml"/><Relationship Id="rId2" Type="http://schemas.openxmlformats.org/officeDocument/2006/relationships/slideLayout" Target="../slideLayouts/slideLayout219.xml"/><Relationship Id="rId3" Type="http://schemas.openxmlformats.org/officeDocument/2006/relationships/slideLayout" Target="../slideLayouts/slideLayout220.xml"/><Relationship Id="rId4" Type="http://schemas.openxmlformats.org/officeDocument/2006/relationships/slideLayout" Target="../slideLayouts/slideLayout221.xml"/><Relationship Id="rId9" Type="http://schemas.openxmlformats.org/officeDocument/2006/relationships/slideLayout" Target="../slideLayouts/slideLayout226.xml"/><Relationship Id="rId26" Type="http://schemas.openxmlformats.org/officeDocument/2006/relationships/slideLayout" Target="../slideLayouts/slideLayout243.xml"/><Relationship Id="rId25" Type="http://schemas.openxmlformats.org/officeDocument/2006/relationships/slideLayout" Target="../slideLayouts/slideLayout242.xml"/><Relationship Id="rId28" Type="http://schemas.openxmlformats.org/officeDocument/2006/relationships/slideLayout" Target="../slideLayouts/slideLayout245.xml"/><Relationship Id="rId27" Type="http://schemas.openxmlformats.org/officeDocument/2006/relationships/slideLayout" Target="../slideLayouts/slideLayout244.xml"/><Relationship Id="rId5" Type="http://schemas.openxmlformats.org/officeDocument/2006/relationships/slideLayout" Target="../slideLayouts/slideLayout222.xml"/><Relationship Id="rId6" Type="http://schemas.openxmlformats.org/officeDocument/2006/relationships/slideLayout" Target="../slideLayouts/slideLayout223.xml"/><Relationship Id="rId29" Type="http://schemas.openxmlformats.org/officeDocument/2006/relationships/slideLayout" Target="../slideLayouts/slideLayout246.xml"/><Relationship Id="rId7" Type="http://schemas.openxmlformats.org/officeDocument/2006/relationships/slideLayout" Target="../slideLayouts/slideLayout224.xml"/><Relationship Id="rId8" Type="http://schemas.openxmlformats.org/officeDocument/2006/relationships/slideLayout" Target="../slideLayouts/slideLayout225.xml"/><Relationship Id="rId31" Type="http://schemas.openxmlformats.org/officeDocument/2006/relationships/slideLayout" Target="../slideLayouts/slideLayout248.xml"/><Relationship Id="rId30" Type="http://schemas.openxmlformats.org/officeDocument/2006/relationships/slideLayout" Target="../slideLayouts/slideLayout247.xml"/><Relationship Id="rId11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27.xml"/><Relationship Id="rId32" Type="http://schemas.openxmlformats.org/officeDocument/2006/relationships/theme" Target="../theme/theme1.xml"/><Relationship Id="rId13" Type="http://schemas.openxmlformats.org/officeDocument/2006/relationships/slideLayout" Target="../slideLayouts/slideLayout230.xml"/><Relationship Id="rId12" Type="http://schemas.openxmlformats.org/officeDocument/2006/relationships/slideLayout" Target="../slideLayouts/slideLayout229.xml"/><Relationship Id="rId15" Type="http://schemas.openxmlformats.org/officeDocument/2006/relationships/slideLayout" Target="../slideLayouts/slideLayout232.xml"/><Relationship Id="rId14" Type="http://schemas.openxmlformats.org/officeDocument/2006/relationships/slideLayout" Target="../slideLayouts/slideLayout231.xml"/><Relationship Id="rId17" Type="http://schemas.openxmlformats.org/officeDocument/2006/relationships/slideLayout" Target="../slideLayouts/slideLayout234.xml"/><Relationship Id="rId16" Type="http://schemas.openxmlformats.org/officeDocument/2006/relationships/slideLayout" Target="../slideLayouts/slideLayout233.xml"/><Relationship Id="rId19" Type="http://schemas.openxmlformats.org/officeDocument/2006/relationships/slideLayout" Target="../slideLayouts/slideLayout236.xml"/><Relationship Id="rId18" Type="http://schemas.openxmlformats.org/officeDocument/2006/relationships/slideLayout" Target="../slideLayouts/slideLayout235.xml"/></Relationships>
</file>

<file path=ppt/slideMasters/_rels/slideMaster9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68.xml"/><Relationship Id="rId22" Type="http://schemas.openxmlformats.org/officeDocument/2006/relationships/slideLayout" Target="../slideLayouts/slideLayout270.xml"/><Relationship Id="rId21" Type="http://schemas.openxmlformats.org/officeDocument/2006/relationships/slideLayout" Target="../slideLayouts/slideLayout269.xml"/><Relationship Id="rId24" Type="http://schemas.openxmlformats.org/officeDocument/2006/relationships/slideLayout" Target="../slideLayouts/slideLayout272.xml"/><Relationship Id="rId23" Type="http://schemas.openxmlformats.org/officeDocument/2006/relationships/slideLayout" Target="../slideLayouts/slideLayout271.xml"/><Relationship Id="rId1" Type="http://schemas.openxmlformats.org/officeDocument/2006/relationships/slideLayout" Target="../slideLayouts/slideLayout249.xml"/><Relationship Id="rId2" Type="http://schemas.openxmlformats.org/officeDocument/2006/relationships/slideLayout" Target="../slideLayouts/slideLayout250.xml"/><Relationship Id="rId3" Type="http://schemas.openxmlformats.org/officeDocument/2006/relationships/slideLayout" Target="../slideLayouts/slideLayout251.xml"/><Relationship Id="rId4" Type="http://schemas.openxmlformats.org/officeDocument/2006/relationships/slideLayout" Target="../slideLayouts/slideLayout252.xml"/><Relationship Id="rId9" Type="http://schemas.openxmlformats.org/officeDocument/2006/relationships/slideLayout" Target="../slideLayouts/slideLayout257.xml"/><Relationship Id="rId26" Type="http://schemas.openxmlformats.org/officeDocument/2006/relationships/slideLayout" Target="../slideLayouts/slideLayout274.xml"/><Relationship Id="rId25" Type="http://schemas.openxmlformats.org/officeDocument/2006/relationships/slideLayout" Target="../slideLayouts/slideLayout273.xml"/><Relationship Id="rId28" Type="http://schemas.openxmlformats.org/officeDocument/2006/relationships/slideLayout" Target="../slideLayouts/slideLayout276.xml"/><Relationship Id="rId27" Type="http://schemas.openxmlformats.org/officeDocument/2006/relationships/slideLayout" Target="../slideLayouts/slideLayout275.xml"/><Relationship Id="rId5" Type="http://schemas.openxmlformats.org/officeDocument/2006/relationships/slideLayout" Target="../slideLayouts/slideLayout253.xml"/><Relationship Id="rId6" Type="http://schemas.openxmlformats.org/officeDocument/2006/relationships/slideLayout" Target="../slideLayouts/slideLayout254.xml"/><Relationship Id="rId29" Type="http://schemas.openxmlformats.org/officeDocument/2006/relationships/slideLayout" Target="../slideLayouts/slideLayout277.xml"/><Relationship Id="rId7" Type="http://schemas.openxmlformats.org/officeDocument/2006/relationships/slideLayout" Target="../slideLayouts/slideLayout255.xml"/><Relationship Id="rId8" Type="http://schemas.openxmlformats.org/officeDocument/2006/relationships/slideLayout" Target="../slideLayouts/slideLayout256.xml"/><Relationship Id="rId31" Type="http://schemas.openxmlformats.org/officeDocument/2006/relationships/slideLayout" Target="../slideLayouts/slideLayout279.xml"/><Relationship Id="rId30" Type="http://schemas.openxmlformats.org/officeDocument/2006/relationships/slideLayout" Target="../slideLayouts/slideLayout278.xml"/><Relationship Id="rId11" Type="http://schemas.openxmlformats.org/officeDocument/2006/relationships/slideLayout" Target="../slideLayouts/slideLayout259.xml"/><Relationship Id="rId10" Type="http://schemas.openxmlformats.org/officeDocument/2006/relationships/slideLayout" Target="../slideLayouts/slideLayout258.xml"/><Relationship Id="rId32" Type="http://schemas.openxmlformats.org/officeDocument/2006/relationships/theme" Target="../theme/theme3.xml"/><Relationship Id="rId13" Type="http://schemas.openxmlformats.org/officeDocument/2006/relationships/slideLayout" Target="../slideLayouts/slideLayout261.xml"/><Relationship Id="rId12" Type="http://schemas.openxmlformats.org/officeDocument/2006/relationships/slideLayout" Target="../slideLayouts/slideLayout260.xml"/><Relationship Id="rId15" Type="http://schemas.openxmlformats.org/officeDocument/2006/relationships/slideLayout" Target="../slideLayouts/slideLayout263.xml"/><Relationship Id="rId14" Type="http://schemas.openxmlformats.org/officeDocument/2006/relationships/slideLayout" Target="../slideLayouts/slideLayout262.xml"/><Relationship Id="rId17" Type="http://schemas.openxmlformats.org/officeDocument/2006/relationships/slideLayout" Target="../slideLayouts/slideLayout265.xml"/><Relationship Id="rId16" Type="http://schemas.openxmlformats.org/officeDocument/2006/relationships/slideLayout" Target="../slideLayouts/slideLayout264.xml"/><Relationship Id="rId19" Type="http://schemas.openxmlformats.org/officeDocument/2006/relationships/slideLayout" Target="../slideLayouts/slideLayout267.xml"/><Relationship Id="rId18" Type="http://schemas.openxmlformats.org/officeDocument/2006/relationships/slideLayout" Target="../slideLayouts/slideLayout266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4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7" name="Google Shape;7;p4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8" name="Google Shape;8;p4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96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" name="Google Shape;997;p5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998" name="Google Shape;998;p56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999" name="Google Shape;999;p5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  <p:sldLayoutId id="2147483688" r:id="rId8"/>
    <p:sldLayoutId id="2147483689" r:id="rId9"/>
    <p:sldLayoutId id="2147483690" r:id="rId10"/>
    <p:sldLayoutId id="2147483691" r:id="rId11"/>
    <p:sldLayoutId id="2147483692" r:id="rId12"/>
    <p:sldLayoutId id="2147483693" r:id="rId13"/>
    <p:sldLayoutId id="2147483694" r:id="rId14"/>
    <p:sldLayoutId id="2147483695" r:id="rId15"/>
    <p:sldLayoutId id="2147483696" r:id="rId16"/>
    <p:sldLayoutId id="2147483697" r:id="rId17"/>
    <p:sldLayoutId id="2147483698" r:id="rId18"/>
    <p:sldLayoutId id="2147483699" r:id="rId19"/>
    <p:sldLayoutId id="2147483700" r:id="rId20"/>
    <p:sldLayoutId id="2147483701" r:id="rId21"/>
    <p:sldLayoutId id="2147483702" r:id="rId22"/>
    <p:sldLayoutId id="2147483703" r:id="rId23"/>
    <p:sldLayoutId id="2147483704" r:id="rId24"/>
    <p:sldLayoutId id="2147483705" r:id="rId25"/>
    <p:sldLayoutId id="2147483706" r:id="rId26"/>
    <p:sldLayoutId id="2147483707" r:id="rId27"/>
    <p:sldLayoutId id="2147483708" r:id="rId28"/>
    <p:sldLayoutId id="2147483709" r:id="rId29"/>
    <p:sldLayoutId id="2147483710" r:id="rId30"/>
    <p:sldLayoutId id="2147483711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987" name="Shape 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8" name="Google Shape;1988;p5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1989" name="Google Shape;1989;p5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1990" name="Google Shape;1990;p5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  <p:sldLayoutId id="2147483726" r:id="rId14"/>
    <p:sldLayoutId id="2147483727" r:id="rId15"/>
    <p:sldLayoutId id="2147483728" r:id="rId16"/>
    <p:sldLayoutId id="2147483729" r:id="rId17"/>
    <p:sldLayoutId id="2147483730" r:id="rId18"/>
    <p:sldLayoutId id="2147483731" r:id="rId19"/>
    <p:sldLayoutId id="2147483732" r:id="rId20"/>
    <p:sldLayoutId id="2147483733" r:id="rId21"/>
    <p:sldLayoutId id="2147483734" r:id="rId22"/>
    <p:sldLayoutId id="2147483735" r:id="rId23"/>
    <p:sldLayoutId id="2147483736" r:id="rId24"/>
    <p:sldLayoutId id="2147483737" r:id="rId25"/>
    <p:sldLayoutId id="2147483738" r:id="rId26"/>
    <p:sldLayoutId id="2147483739" r:id="rId27"/>
    <p:sldLayoutId id="2147483740" r:id="rId28"/>
    <p:sldLayoutId id="2147483741" r:id="rId29"/>
    <p:sldLayoutId id="2147483742" r:id="rId30"/>
    <p:sldLayoutId id="2147483743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2978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6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2980" name="Google Shape;2980;p6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2981" name="Google Shape;2981;p6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  <p:sldLayoutId id="2147483756" r:id="rId12"/>
    <p:sldLayoutId id="2147483757" r:id="rId13"/>
    <p:sldLayoutId id="2147483758" r:id="rId14"/>
    <p:sldLayoutId id="2147483759" r:id="rId15"/>
    <p:sldLayoutId id="2147483760" r:id="rId16"/>
    <p:sldLayoutId id="2147483761" r:id="rId17"/>
    <p:sldLayoutId id="2147483762" r:id="rId18"/>
    <p:sldLayoutId id="2147483763" r:id="rId19"/>
    <p:sldLayoutId id="2147483764" r:id="rId20"/>
    <p:sldLayoutId id="2147483765" r:id="rId21"/>
    <p:sldLayoutId id="2147483766" r:id="rId22"/>
    <p:sldLayoutId id="2147483767" r:id="rId23"/>
    <p:sldLayoutId id="2147483768" r:id="rId24"/>
    <p:sldLayoutId id="2147483769" r:id="rId25"/>
    <p:sldLayoutId id="2147483770" r:id="rId26"/>
    <p:sldLayoutId id="2147483771" r:id="rId27"/>
    <p:sldLayoutId id="2147483772" r:id="rId28"/>
    <p:sldLayoutId id="2147483773" r:id="rId29"/>
    <p:sldLayoutId id="2147483774" r:id="rId30"/>
    <p:sldLayoutId id="2147483775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3969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0" name="Google Shape;3970;p63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3971" name="Google Shape;3971;p6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3972" name="Google Shape;3972;p6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77" r:id="rId1"/>
    <p:sldLayoutId id="2147483778" r:id="rId2"/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  <p:sldLayoutId id="2147483791" r:id="rId15"/>
    <p:sldLayoutId id="2147483792" r:id="rId16"/>
    <p:sldLayoutId id="2147483793" r:id="rId17"/>
    <p:sldLayoutId id="2147483794" r:id="rId18"/>
    <p:sldLayoutId id="2147483795" r:id="rId19"/>
    <p:sldLayoutId id="2147483796" r:id="rId20"/>
    <p:sldLayoutId id="2147483797" r:id="rId21"/>
    <p:sldLayoutId id="2147483798" r:id="rId22"/>
    <p:sldLayoutId id="2147483799" r:id="rId23"/>
    <p:sldLayoutId id="2147483800" r:id="rId24"/>
    <p:sldLayoutId id="2147483801" r:id="rId25"/>
    <p:sldLayoutId id="2147483802" r:id="rId26"/>
    <p:sldLayoutId id="2147483803" r:id="rId27"/>
    <p:sldLayoutId id="2147483804" r:id="rId28"/>
    <p:sldLayoutId id="2147483805" r:id="rId29"/>
    <p:sldLayoutId id="2147483806" r:id="rId30"/>
    <p:sldLayoutId id="2147483807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960" name="Shape 4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1" name="Google Shape;4961;p6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4962" name="Google Shape;4962;p65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4963" name="Google Shape;4963;p6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09" r:id="rId1"/>
    <p:sldLayoutId id="2147483810" r:id="rId2"/>
    <p:sldLayoutId id="2147483811" r:id="rId3"/>
    <p:sldLayoutId id="2147483812" r:id="rId4"/>
    <p:sldLayoutId id="2147483813" r:id="rId5"/>
    <p:sldLayoutId id="2147483814" r:id="rId6"/>
    <p:sldLayoutId id="2147483815" r:id="rId7"/>
    <p:sldLayoutId id="2147483816" r:id="rId8"/>
    <p:sldLayoutId id="2147483817" r:id="rId9"/>
    <p:sldLayoutId id="2147483818" r:id="rId10"/>
    <p:sldLayoutId id="2147483819" r:id="rId11"/>
    <p:sldLayoutId id="2147483820" r:id="rId12"/>
    <p:sldLayoutId id="2147483821" r:id="rId13"/>
    <p:sldLayoutId id="2147483822" r:id="rId14"/>
    <p:sldLayoutId id="2147483823" r:id="rId15"/>
    <p:sldLayoutId id="2147483824" r:id="rId16"/>
    <p:sldLayoutId id="2147483825" r:id="rId17"/>
    <p:sldLayoutId id="2147483826" r:id="rId18"/>
    <p:sldLayoutId id="2147483827" r:id="rId19"/>
    <p:sldLayoutId id="2147483828" r:id="rId20"/>
    <p:sldLayoutId id="2147483829" r:id="rId21"/>
    <p:sldLayoutId id="2147483830" r:id="rId22"/>
    <p:sldLayoutId id="2147483831" r:id="rId23"/>
    <p:sldLayoutId id="2147483832" r:id="rId24"/>
    <p:sldLayoutId id="2147483833" r:id="rId25"/>
    <p:sldLayoutId id="2147483834" r:id="rId26"/>
    <p:sldLayoutId id="2147483835" r:id="rId27"/>
    <p:sldLayoutId id="2147483836" r:id="rId28"/>
    <p:sldLayoutId id="2147483837" r:id="rId29"/>
    <p:sldLayoutId id="2147483838" r:id="rId30"/>
    <p:sldLayoutId id="2147483839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951" name="Shape 5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2" name="Google Shape;5952;p6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5953" name="Google Shape;5953;p6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5954" name="Google Shape;5954;p6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  <p:sldLayoutId id="2147483852" r:id="rId12"/>
    <p:sldLayoutId id="2147483853" r:id="rId13"/>
    <p:sldLayoutId id="2147483854" r:id="rId14"/>
    <p:sldLayoutId id="2147483855" r:id="rId15"/>
    <p:sldLayoutId id="2147483856" r:id="rId16"/>
    <p:sldLayoutId id="2147483857" r:id="rId17"/>
    <p:sldLayoutId id="2147483858" r:id="rId18"/>
    <p:sldLayoutId id="2147483859" r:id="rId19"/>
    <p:sldLayoutId id="2147483860" r:id="rId20"/>
    <p:sldLayoutId id="2147483861" r:id="rId21"/>
    <p:sldLayoutId id="2147483862" r:id="rId22"/>
    <p:sldLayoutId id="2147483863" r:id="rId23"/>
    <p:sldLayoutId id="2147483864" r:id="rId24"/>
    <p:sldLayoutId id="2147483865" r:id="rId25"/>
    <p:sldLayoutId id="2147483866" r:id="rId26"/>
    <p:sldLayoutId id="2147483867" r:id="rId27"/>
    <p:sldLayoutId id="2147483868" r:id="rId28"/>
    <p:sldLayoutId id="2147483869" r:id="rId29"/>
    <p:sldLayoutId id="2147483870" r:id="rId30"/>
    <p:sldLayoutId id="2147483871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6942" name="Shape 6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3" name="Google Shape;6943;p6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6944" name="Google Shape;6944;p6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6945" name="Google Shape;6945;p6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73" r:id="rId1"/>
    <p:sldLayoutId id="2147483874" r:id="rId2"/>
    <p:sldLayoutId id="2147483875" r:id="rId3"/>
    <p:sldLayoutId id="2147483876" r:id="rId4"/>
    <p:sldLayoutId id="2147483877" r:id="rId5"/>
    <p:sldLayoutId id="2147483878" r:id="rId6"/>
    <p:sldLayoutId id="2147483879" r:id="rId7"/>
    <p:sldLayoutId id="2147483880" r:id="rId8"/>
    <p:sldLayoutId id="2147483881" r:id="rId9"/>
    <p:sldLayoutId id="2147483882" r:id="rId10"/>
    <p:sldLayoutId id="2147483883" r:id="rId11"/>
    <p:sldLayoutId id="2147483884" r:id="rId12"/>
    <p:sldLayoutId id="2147483885" r:id="rId13"/>
    <p:sldLayoutId id="2147483886" r:id="rId14"/>
    <p:sldLayoutId id="2147483887" r:id="rId15"/>
    <p:sldLayoutId id="2147483888" r:id="rId16"/>
    <p:sldLayoutId id="2147483889" r:id="rId17"/>
    <p:sldLayoutId id="2147483890" r:id="rId18"/>
    <p:sldLayoutId id="2147483891" r:id="rId19"/>
    <p:sldLayoutId id="2147483892" r:id="rId20"/>
    <p:sldLayoutId id="2147483893" r:id="rId21"/>
    <p:sldLayoutId id="2147483894" r:id="rId22"/>
    <p:sldLayoutId id="2147483895" r:id="rId23"/>
    <p:sldLayoutId id="2147483896" r:id="rId24"/>
    <p:sldLayoutId id="2147483897" r:id="rId25"/>
    <p:sldLayoutId id="2147483898" r:id="rId26"/>
    <p:sldLayoutId id="2147483899" r:id="rId27"/>
    <p:sldLayoutId id="2147483900" r:id="rId28"/>
    <p:sldLayoutId id="2147483901" r:id="rId29"/>
    <p:sldLayoutId id="2147483902" r:id="rId30"/>
    <p:sldLayoutId id="2147483903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7933" name="Shape 7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4" name="Google Shape;7934;p7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Rubik Black"/>
              <a:buNone/>
              <a:defRPr b="0" i="0" sz="3000" u="none" cap="none" strike="noStrike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9pPr>
          </a:lstStyle>
          <a:p/>
        </p:txBody>
      </p:sp>
      <p:sp>
        <p:nvSpPr>
          <p:cNvPr id="7935" name="Google Shape;7935;p7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 Medium"/>
              <a:buChar char="●"/>
              <a:defRPr b="0" i="0" sz="18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 b="0" i="0" sz="1400" u="none" cap="none" strike="noStrike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/>
        </p:txBody>
      </p:sp>
      <p:sp>
        <p:nvSpPr>
          <p:cNvPr id="7936" name="Google Shape;7936;p7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05" r:id="rId1"/>
    <p:sldLayoutId id="2147483906" r:id="rId2"/>
    <p:sldLayoutId id="2147483907" r:id="rId3"/>
    <p:sldLayoutId id="2147483908" r:id="rId4"/>
    <p:sldLayoutId id="2147483909" r:id="rId5"/>
    <p:sldLayoutId id="2147483910" r:id="rId6"/>
    <p:sldLayoutId id="2147483911" r:id="rId7"/>
    <p:sldLayoutId id="2147483912" r:id="rId8"/>
    <p:sldLayoutId id="2147483913" r:id="rId9"/>
    <p:sldLayoutId id="2147483914" r:id="rId10"/>
    <p:sldLayoutId id="2147483915" r:id="rId11"/>
    <p:sldLayoutId id="2147483916" r:id="rId12"/>
    <p:sldLayoutId id="2147483917" r:id="rId13"/>
    <p:sldLayoutId id="2147483918" r:id="rId14"/>
    <p:sldLayoutId id="2147483919" r:id="rId15"/>
    <p:sldLayoutId id="2147483920" r:id="rId16"/>
    <p:sldLayoutId id="2147483921" r:id="rId17"/>
    <p:sldLayoutId id="2147483922" r:id="rId18"/>
    <p:sldLayoutId id="2147483923" r:id="rId19"/>
    <p:sldLayoutId id="2147483924" r:id="rId20"/>
    <p:sldLayoutId id="2147483925" r:id="rId21"/>
    <p:sldLayoutId id="2147483926" r:id="rId22"/>
    <p:sldLayoutId id="2147483927" r:id="rId23"/>
    <p:sldLayoutId id="2147483928" r:id="rId24"/>
    <p:sldLayoutId id="2147483929" r:id="rId25"/>
    <p:sldLayoutId id="2147483930" r:id="rId26"/>
    <p:sldLayoutId id="2147483931" r:id="rId27"/>
    <p:sldLayoutId id="2147483932" r:id="rId28"/>
    <p:sldLayoutId id="2147483933" r:id="rId29"/>
    <p:sldLayoutId id="2147483934" r:id="rId30"/>
    <p:sldLayoutId id="2147483935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s://youtu.be/kKeXdLAy5tU?si=tuPmAtvXHY3gSoS7" TargetMode="External"/><Relationship Id="rId4" Type="http://schemas.openxmlformats.org/officeDocument/2006/relationships/image" Target="../media/image13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1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1.jpg"/><Relationship Id="rId4" Type="http://schemas.openxmlformats.org/officeDocument/2006/relationships/image" Target="../media/image5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7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9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6.png"/><Relationship Id="rId4" Type="http://schemas.openxmlformats.org/officeDocument/2006/relationships/image" Target="../media/image6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9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4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8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3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7.png"/><Relationship Id="rId4" Type="http://schemas.openxmlformats.org/officeDocument/2006/relationships/image" Target="../media/image26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23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8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8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0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youtube.com/watch?v=TLHiQDnnJvI" TargetMode="External"/><Relationship Id="rId4" Type="http://schemas.openxmlformats.org/officeDocument/2006/relationships/image" Target="../media/image29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5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2.png"/><Relationship Id="rId4" Type="http://schemas.openxmlformats.org/officeDocument/2006/relationships/image" Target="../media/image22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1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7.png"/><Relationship Id="rId4" Type="http://schemas.openxmlformats.org/officeDocument/2006/relationships/image" Target="../media/image43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4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30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4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24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9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www.3cat.cat/3cat/sang-a-les-venes/video/4607831/" TargetMode="External"/><Relationship Id="rId4" Type="http://schemas.openxmlformats.org/officeDocument/2006/relationships/image" Target="../media/image34.png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41.png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35.pn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38.xml"/><Relationship Id="rId3" Type="http://schemas.openxmlformats.org/officeDocument/2006/relationships/image" Target="../media/image35.png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37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40.xml"/><Relationship Id="rId3" Type="http://schemas.openxmlformats.org/officeDocument/2006/relationships/image" Target="../media/image39.png"/><Relationship Id="rId4" Type="http://schemas.openxmlformats.org/officeDocument/2006/relationships/image" Target="../media/image40.png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41.xml"/><Relationship Id="rId3" Type="http://schemas.openxmlformats.org/officeDocument/2006/relationships/image" Target="../media/image44.png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43.xml"/><Relationship Id="rId3" Type="http://schemas.openxmlformats.org/officeDocument/2006/relationships/image" Target="../media/image50.png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44.xml"/><Relationship Id="rId3" Type="http://schemas.openxmlformats.org/officeDocument/2006/relationships/image" Target="../media/image38.png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46.xml"/><Relationship Id="rId3" Type="http://schemas.openxmlformats.org/officeDocument/2006/relationships/image" Target="../media/image47.jpg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47.xml"/><Relationship Id="rId3" Type="http://schemas.openxmlformats.org/officeDocument/2006/relationships/image" Target="../media/image47.jpg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48.xml"/><Relationship Id="rId3" Type="http://schemas.openxmlformats.org/officeDocument/2006/relationships/hyperlink" Target="https://www.youtube.com/watch?v=cy3a__OOa2M" TargetMode="External"/><Relationship Id="rId4" Type="http://schemas.openxmlformats.org/officeDocument/2006/relationships/image" Target="../media/image47.jpg"/><Relationship Id="rId5" Type="http://schemas.openxmlformats.org/officeDocument/2006/relationships/image" Target="../media/image49.png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8.xml"/><Relationship Id="rId2" Type="http://schemas.openxmlformats.org/officeDocument/2006/relationships/notesSlide" Target="../notesSlides/notesSlide49.xml"/><Relationship Id="rId3" Type="http://schemas.openxmlformats.org/officeDocument/2006/relationships/image" Target="../media/image42.png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8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s://www.youtube.com/watch?v=cwputi8wE7w" TargetMode="External"/><Relationship Id="rId4" Type="http://schemas.openxmlformats.org/officeDocument/2006/relationships/image" Target="../media/image48.png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9.xml"/><Relationship Id="rId2" Type="http://schemas.openxmlformats.org/officeDocument/2006/relationships/notesSlide" Target="../notesSlides/notesSlide51.xml"/><Relationship Id="rId3" Type="http://schemas.openxmlformats.org/officeDocument/2006/relationships/hyperlink" Target="https://www.youtube.com/watch?v=B9Qi7we0Ynk" TargetMode="External"/><Relationship Id="rId4" Type="http://schemas.openxmlformats.org/officeDocument/2006/relationships/image" Target="../media/image4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8927" name="Shape 8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8" name="Google Shape;8928;p1"/>
          <p:cNvSpPr txBox="1"/>
          <p:nvPr>
            <p:ph type="ctrTitle"/>
          </p:nvPr>
        </p:nvSpPr>
        <p:spPr>
          <a:xfrm>
            <a:off x="1587150" y="1229775"/>
            <a:ext cx="5969700" cy="19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ca" sz="6000"/>
              <a:t>U6. La sang, un teixit líquid</a:t>
            </a:r>
            <a:endParaRPr sz="6000"/>
          </a:p>
        </p:txBody>
      </p:sp>
      <p:sp>
        <p:nvSpPr>
          <p:cNvPr id="8929" name="Google Shape;8929;p1"/>
          <p:cNvSpPr txBox="1"/>
          <p:nvPr>
            <p:ph idx="1" type="subTitle"/>
          </p:nvPr>
        </p:nvSpPr>
        <p:spPr>
          <a:xfrm>
            <a:off x="1587150" y="3266925"/>
            <a:ext cx="59697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ca"/>
              <a:t>INS Pau Vila - 1r Batxillerat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ca"/>
              <a:t>Curs 25-26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33" name="Shape 8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4" name="Google Shape;8934;p2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ca"/>
              <a:t>Conjunt de </a:t>
            </a:r>
            <a:r>
              <a:rPr b="1" lang="ca"/>
              <a:t>líquids extracel·lulars </a:t>
            </a:r>
            <a:r>
              <a:rPr lang="ca"/>
              <a:t>que existeixen a dins l’organisme i que rodegen les cèl·lules i els teixits. 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ca"/>
              <a:t>Els principals líquids extracel·lulars són:</a:t>
            </a:r>
            <a:endParaRPr/>
          </a:p>
          <a:p>
            <a:pPr indent="-330200" lvl="0" marL="809999" marR="3940063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Char char="-"/>
            </a:pPr>
            <a:r>
              <a:rPr b="1" lang="ca"/>
              <a:t>SANG</a:t>
            </a:r>
            <a:endParaRPr b="1"/>
          </a:p>
          <a:p>
            <a:pPr indent="-330200" lvl="0" marL="809999" marR="3940063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-"/>
            </a:pPr>
            <a:r>
              <a:rPr b="1" lang="ca"/>
              <a:t>LIMFA</a:t>
            </a:r>
            <a:endParaRPr b="1"/>
          </a:p>
          <a:p>
            <a:pPr indent="-330200" lvl="0" marL="809999" marR="3940063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-"/>
            </a:pPr>
            <a:r>
              <a:rPr b="1" lang="ca"/>
              <a:t>LÍQUID INTERSTICIAL</a:t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8935" name="Google Shape;8935;p2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El medi intern</a:t>
            </a:r>
            <a:endParaRPr/>
          </a:p>
        </p:txBody>
      </p:sp>
      <p:pic>
        <p:nvPicPr>
          <p:cNvPr id="8936" name="Google Shape;8936;p2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6712" l="1370" r="0" t="11132"/>
          <a:stretch/>
        </p:blipFill>
        <p:spPr>
          <a:xfrm>
            <a:off x="4572000" y="2277775"/>
            <a:ext cx="4586526" cy="2865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0" name="Shape 8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1" name="Google Shape;8941;p3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ca">
                <a:latin typeface="Karla"/>
                <a:ea typeface="Karla"/>
                <a:cs typeface="Karla"/>
                <a:sym typeface="Karla"/>
              </a:rPr>
              <a:t>La sang és un tipus especialitzat de </a:t>
            </a:r>
            <a:r>
              <a:rPr b="1" lang="ca"/>
              <a:t>teixit connectiu </a:t>
            </a:r>
            <a:r>
              <a:rPr lang="ca">
                <a:latin typeface="Karla"/>
                <a:ea typeface="Karla"/>
                <a:cs typeface="Karla"/>
                <a:sym typeface="Karla"/>
              </a:rPr>
              <a:t>compost</a:t>
            </a:r>
            <a:r>
              <a:rPr lang="ca"/>
              <a:t> de: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Char char="-"/>
            </a:pPr>
            <a:r>
              <a:rPr b="1" lang="ca"/>
              <a:t>Elements cel·lulars</a:t>
            </a:r>
            <a:r>
              <a:rPr lang="ca">
                <a:latin typeface="Karla"/>
                <a:ea typeface="Karla"/>
                <a:cs typeface="Karla"/>
                <a:sym typeface="Karla"/>
              </a:rPr>
              <a:t> (cèl·lules i fragments cel·lulars)</a:t>
            </a:r>
            <a:endParaRPr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b="1" lang="ca"/>
              <a:t>Matriu extracel·lular</a:t>
            </a:r>
            <a:r>
              <a:rPr lang="ca">
                <a:latin typeface="Karla"/>
                <a:ea typeface="Karla"/>
                <a:cs typeface="Karla"/>
                <a:sym typeface="Karla"/>
              </a:rPr>
              <a:t> líquida</a:t>
            </a:r>
            <a:r>
              <a:rPr lang="ca"/>
              <a:t>. </a:t>
            </a:r>
            <a:endParaRPr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8942" name="Google Shape;8942;p3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Per què la sang és un teixit?</a:t>
            </a:r>
            <a:endParaRPr/>
          </a:p>
        </p:txBody>
      </p:sp>
      <p:sp>
        <p:nvSpPr>
          <p:cNvPr id="8943" name="Google Shape;8943;p3"/>
          <p:cNvSpPr txBox="1"/>
          <p:nvPr/>
        </p:nvSpPr>
        <p:spPr>
          <a:xfrm>
            <a:off x="925000" y="1317400"/>
            <a:ext cx="7313400" cy="877200"/>
          </a:xfrm>
          <a:prstGeom prst="rect">
            <a:avLst/>
          </a:prstGeom>
          <a:noFill/>
          <a:ln cap="flat" cmpd="sng" w="19050">
            <a:solidFill>
              <a:schemeClr val="accent1"/>
            </a:solidFill>
            <a:prstDash val="lgDash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b="1" i="0" lang="ca" sz="15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Teixit</a:t>
            </a:r>
            <a:r>
              <a:rPr b="0" i="0" lang="ca" sz="15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: agrupació de cèl·lules que comparteixen unes certes característiques i que, actuant en conjunt i de manera coordinada, desenvolupen diferents funcions en l'organisme.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pic>
        <p:nvPicPr>
          <p:cNvPr id="8944" name="Google Shape;8944;p3"/>
          <p:cNvPicPr preferRelativeResize="0"/>
          <p:nvPr/>
        </p:nvPicPr>
        <p:blipFill rotWithShape="1">
          <a:blip r:embed="rId3">
            <a:alphaModFix/>
          </a:blip>
          <a:srcRect b="0" l="2478" r="4704" t="0"/>
          <a:stretch/>
        </p:blipFill>
        <p:spPr>
          <a:xfrm>
            <a:off x="4454175" y="3172925"/>
            <a:ext cx="3251475" cy="1970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8" name="Shape 8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49" name="Google Shape;8949;p4"/>
          <p:cNvPicPr preferRelativeResize="0"/>
          <p:nvPr/>
        </p:nvPicPr>
        <p:blipFill rotWithShape="1">
          <a:blip r:embed="rId3">
            <a:alphaModFix/>
          </a:blip>
          <a:srcRect b="3393" l="51940" r="1562" t="3884"/>
          <a:stretch/>
        </p:blipFill>
        <p:spPr>
          <a:xfrm>
            <a:off x="1049350" y="1391025"/>
            <a:ext cx="4570648" cy="2777125"/>
          </a:xfrm>
          <a:prstGeom prst="rect">
            <a:avLst/>
          </a:prstGeom>
          <a:noFill/>
          <a:ln>
            <a:noFill/>
          </a:ln>
        </p:spPr>
      </p:pic>
      <p:sp>
        <p:nvSpPr>
          <p:cNvPr id="8950" name="Google Shape;8950;p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Els components de la sang</a:t>
            </a:r>
            <a:endParaRPr/>
          </a:p>
        </p:txBody>
      </p:sp>
      <p:pic>
        <p:nvPicPr>
          <p:cNvPr id="8951" name="Google Shape;8951;p4"/>
          <p:cNvPicPr preferRelativeResize="0"/>
          <p:nvPr/>
        </p:nvPicPr>
        <p:blipFill rotWithShape="1">
          <a:blip r:embed="rId3">
            <a:alphaModFix/>
          </a:blip>
          <a:srcRect b="4234" l="4165" r="71123" t="6788"/>
          <a:stretch/>
        </p:blipFill>
        <p:spPr>
          <a:xfrm>
            <a:off x="5753200" y="1482275"/>
            <a:ext cx="2354401" cy="2304875"/>
          </a:xfrm>
          <a:prstGeom prst="rect">
            <a:avLst/>
          </a:prstGeom>
          <a:noFill/>
          <a:ln>
            <a:noFill/>
          </a:ln>
        </p:spPr>
      </p:pic>
      <p:sp>
        <p:nvSpPr>
          <p:cNvPr id="8952" name="Google Shape;8952;p4"/>
          <p:cNvSpPr txBox="1"/>
          <p:nvPr/>
        </p:nvSpPr>
        <p:spPr>
          <a:xfrm>
            <a:off x="7540100" y="1391025"/>
            <a:ext cx="968100" cy="87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b="0" i="0" lang="ca" sz="1500" u="none" cap="none" strike="noStrike">
                <a:solidFill>
                  <a:srgbClr val="000000"/>
                </a:solidFill>
                <a:latin typeface="Karla Medium"/>
                <a:ea typeface="Karla Medium"/>
                <a:cs typeface="Karla Medium"/>
                <a:sym typeface="Karla Medium"/>
              </a:rPr>
              <a:t>            </a:t>
            </a:r>
            <a:endParaRPr b="0" i="0" sz="1500" u="none" cap="none" strike="noStrike">
              <a:solidFill>
                <a:srgbClr val="000000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sp>
        <p:nvSpPr>
          <p:cNvPr id="8953" name="Google Shape;8953;p4"/>
          <p:cNvSpPr txBox="1"/>
          <p:nvPr/>
        </p:nvSpPr>
        <p:spPr>
          <a:xfrm>
            <a:off x="8093000" y="2962730"/>
            <a:ext cx="1157100" cy="554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0" i="0" lang="ca" sz="1200" u="none" cap="none" strike="noStrike">
                <a:solidFill>
                  <a:srgbClr val="000000"/>
                </a:solidFill>
                <a:latin typeface="Karla Medium"/>
                <a:ea typeface="Karla Medium"/>
                <a:cs typeface="Karla Medium"/>
                <a:sym typeface="Karla Medium"/>
              </a:rPr>
              <a:t>Elements corpusculars  </a:t>
            </a:r>
            <a:endParaRPr b="0" i="0" sz="1200" u="none" cap="none" strike="noStrike">
              <a:solidFill>
                <a:srgbClr val="000000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sp>
        <p:nvSpPr>
          <p:cNvPr id="8954" name="Google Shape;8954;p4"/>
          <p:cNvSpPr/>
          <p:nvPr/>
        </p:nvSpPr>
        <p:spPr>
          <a:xfrm>
            <a:off x="8050955" y="2825390"/>
            <a:ext cx="111300" cy="813000"/>
          </a:xfrm>
          <a:prstGeom prst="rightBrace">
            <a:avLst>
              <a:gd fmla="val 50000" name="adj1"/>
              <a:gd fmla="val 51716" name="adj2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58" name="Shape 8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9" name="Google Shape;8959;p5"/>
          <p:cNvSpPr txBox="1"/>
          <p:nvPr/>
        </p:nvSpPr>
        <p:spPr>
          <a:xfrm>
            <a:off x="7385900" y="1275375"/>
            <a:ext cx="2564700" cy="2555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8960" name="Google Shape;8960;p5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arabicPeriod"/>
            </a:pPr>
            <a:r>
              <a:rPr lang="ca" sz="1800">
                <a:solidFill>
                  <a:srgbClr val="000000"/>
                </a:solidFill>
              </a:rPr>
              <a:t>Plasma (55%)</a:t>
            </a:r>
            <a:endParaRPr sz="1800">
              <a:solidFill>
                <a:srgbClr val="000000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arabicPeriod"/>
            </a:pPr>
            <a:r>
              <a:rPr lang="ca" sz="1800">
                <a:solidFill>
                  <a:srgbClr val="000000"/>
                </a:solidFill>
              </a:rPr>
              <a:t>Elements corpusculars </a:t>
            </a:r>
            <a:endParaRPr sz="1800">
              <a:solidFill>
                <a:srgbClr val="000000"/>
              </a:solidFill>
            </a:endParaRPr>
          </a:p>
          <a:p>
            <a:pPr indent="-342900" lvl="1" marL="914400" marR="4750063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alpha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Glòbuls vermells o eritròcits (45%) 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alpha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Plaquetes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alpha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Glòbuls blancs 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roman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Neutròfils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roman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Limfòcits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roman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Monòcits 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roman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Eosinòfils </a:t>
            </a:r>
            <a:endParaRPr sz="18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429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Karla"/>
              <a:buAutoNum type="romanLcPeriod"/>
            </a:pPr>
            <a:r>
              <a:rPr lang="ca" sz="1800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Basòfils </a:t>
            </a:r>
            <a:endParaRPr/>
          </a:p>
        </p:txBody>
      </p:sp>
      <p:sp>
        <p:nvSpPr>
          <p:cNvPr id="8961" name="Google Shape;8961;p5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Els components de la sang</a:t>
            </a:r>
            <a:endParaRPr/>
          </a:p>
        </p:txBody>
      </p:sp>
      <p:pic>
        <p:nvPicPr>
          <p:cNvPr id="8962" name="Google Shape;8962;p5"/>
          <p:cNvPicPr preferRelativeResize="0"/>
          <p:nvPr/>
        </p:nvPicPr>
        <p:blipFill rotWithShape="1">
          <a:blip r:embed="rId3">
            <a:alphaModFix/>
          </a:blip>
          <a:srcRect b="0" l="0" r="10666" t="0"/>
          <a:stretch/>
        </p:blipFill>
        <p:spPr>
          <a:xfrm>
            <a:off x="3380525" y="1345050"/>
            <a:ext cx="5693301" cy="3205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66" name="Shape 8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7" name="Google Shape;8967;p6"/>
          <p:cNvSpPr txBox="1"/>
          <p:nvPr>
            <p:ph idx="4294967295" type="body"/>
          </p:nvPr>
        </p:nvSpPr>
        <p:spPr>
          <a:xfrm>
            <a:off x="713225" y="1228675"/>
            <a:ext cx="75651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Són les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cèl·lules més abundant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s a la sang.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Bicòncaves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,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sense nucli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,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membrana 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altament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deformable 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(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espectrina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, manté la forma permetent que flueixin per petits vasos sanguinis)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Vida aproximada de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120 dies. </a:t>
            </a:r>
            <a:endParaRPr b="1" sz="1600"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Funció principal: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transport d'O₂ i CO₂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8968" name="Google Shape;8968;p6"/>
          <p:cNvSpPr txBox="1"/>
          <p:nvPr>
            <p:ph type="title"/>
          </p:nvPr>
        </p:nvSpPr>
        <p:spPr>
          <a:xfrm>
            <a:off x="5608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Eritròcits, </a:t>
            </a:r>
            <a:r>
              <a:rPr lang="ca" sz="2500"/>
              <a:t>glòbuls vermells o hematies</a:t>
            </a:r>
            <a:endParaRPr/>
          </a:p>
        </p:txBody>
      </p:sp>
      <p:pic>
        <p:nvPicPr>
          <p:cNvPr descr="TEJIDO SANGUINEO DRA. ALEJANDRA B. QUINTANA. - ppt video online ..." id="8969" name="Google Shape;8969;p6"/>
          <p:cNvPicPr preferRelativeResize="0"/>
          <p:nvPr/>
        </p:nvPicPr>
        <p:blipFill rotWithShape="1">
          <a:blip r:embed="rId3">
            <a:alphaModFix/>
          </a:blip>
          <a:srcRect b="4283" l="4684" r="2550" t="14566"/>
          <a:stretch/>
        </p:blipFill>
        <p:spPr>
          <a:xfrm>
            <a:off x="5415075" y="2333276"/>
            <a:ext cx="3271725" cy="2458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970" name="Google Shape;8970;p6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99600" y="3073600"/>
            <a:ext cx="2739050" cy="2069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74" name="Shape 8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5" name="Google Shape;8975;p7"/>
          <p:cNvSpPr txBox="1"/>
          <p:nvPr>
            <p:ph idx="1" type="body"/>
          </p:nvPr>
        </p:nvSpPr>
        <p:spPr>
          <a:xfrm>
            <a:off x="713225" y="1228675"/>
            <a:ext cx="30288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ca" sz="1700" u="sng"/>
              <a:t>Transport d'O₂ i CO₂:</a:t>
            </a:r>
            <a:endParaRPr sz="1700" u="sng"/>
          </a:p>
          <a:p>
            <a:pPr indent="-330200" lvl="0" marL="45720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Char char="●"/>
            </a:pPr>
            <a:r>
              <a:rPr lang="ca"/>
              <a:t>Forma </a:t>
            </a:r>
            <a:r>
              <a:rPr b="1" lang="ca"/>
              <a:t>dissolta</a:t>
            </a:r>
            <a:endParaRPr b="1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/>
              <a:t>Forma </a:t>
            </a:r>
            <a:r>
              <a:rPr b="1" lang="ca"/>
              <a:t>combinada </a:t>
            </a:r>
            <a:r>
              <a:rPr lang="ca"/>
              <a:t>(</a:t>
            </a:r>
            <a:r>
              <a:rPr b="1" lang="ca"/>
              <a:t>hemoglobina</a:t>
            </a:r>
            <a:r>
              <a:rPr lang="ca"/>
              <a:t>)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8976" name="Google Shape;8976;p7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Eritròcits, </a:t>
            </a:r>
            <a:r>
              <a:rPr lang="ca" sz="2500"/>
              <a:t>glòbuls vermells o hematies</a:t>
            </a:r>
            <a:endParaRPr/>
          </a:p>
        </p:txBody>
      </p:sp>
      <p:pic>
        <p:nvPicPr>
          <p:cNvPr id="8977" name="Google Shape;8977;p7"/>
          <p:cNvPicPr preferRelativeResize="0"/>
          <p:nvPr/>
        </p:nvPicPr>
        <p:blipFill rotWithShape="1">
          <a:blip r:embed="rId3">
            <a:alphaModFix/>
          </a:blip>
          <a:srcRect b="4370" l="0" r="0" t="0"/>
          <a:stretch/>
        </p:blipFill>
        <p:spPr>
          <a:xfrm>
            <a:off x="3265500" y="1332925"/>
            <a:ext cx="4716576" cy="2941650"/>
          </a:xfrm>
          <a:prstGeom prst="rect">
            <a:avLst/>
          </a:prstGeom>
          <a:noFill/>
          <a:ln>
            <a:noFill/>
          </a:ln>
        </p:spPr>
      </p:pic>
      <p:sp>
        <p:nvSpPr>
          <p:cNvPr id="8978" name="Google Shape;8978;p7"/>
          <p:cNvSpPr txBox="1"/>
          <p:nvPr/>
        </p:nvSpPr>
        <p:spPr>
          <a:xfrm>
            <a:off x="572025" y="4232530"/>
            <a:ext cx="3201600" cy="7851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</a:pPr>
            <a:r>
              <a:rPr b="1" i="0" lang="ca" sz="1300" u="none" cap="none" strike="noStrike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L’hematòcrit </a:t>
            </a:r>
            <a:r>
              <a:rPr b="0" i="0" lang="ca" sz="1300" u="none" cap="none" strike="noStrike">
                <a:solidFill>
                  <a:srgbClr val="000000"/>
                </a:solidFill>
                <a:latin typeface="Karla Medium"/>
                <a:ea typeface="Karla Medium"/>
                <a:cs typeface="Karla Medium"/>
                <a:sym typeface="Karla Medium"/>
              </a:rPr>
              <a:t>és el percentatge en volum de glòbuls vermells de la sang.</a:t>
            </a:r>
            <a:endParaRPr b="0" i="0" sz="1300" u="none" cap="none" strike="noStrike">
              <a:solidFill>
                <a:srgbClr val="000000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</a:pPr>
            <a:r>
              <a:rPr b="0" i="0" lang="ca" sz="1300" u="none" cap="none" strike="noStrike">
                <a:solidFill>
                  <a:srgbClr val="000000"/>
                </a:solidFill>
                <a:latin typeface="Karla Medium"/>
                <a:ea typeface="Karla Medium"/>
                <a:cs typeface="Karla Medium"/>
                <a:sym typeface="Karla Medium"/>
              </a:rPr>
              <a:t>Hematòcrit baix → </a:t>
            </a:r>
            <a:r>
              <a:rPr b="1" i="0" lang="ca" sz="1300" u="none" cap="none" strike="noStrike">
                <a:solidFill>
                  <a:srgbClr val="000000"/>
                </a:solidFill>
                <a:latin typeface="Karla"/>
                <a:ea typeface="Karla"/>
                <a:cs typeface="Karla"/>
                <a:sym typeface="Karla"/>
              </a:rPr>
              <a:t>anèmia </a:t>
            </a:r>
            <a:endParaRPr b="1" i="0" sz="1300" u="none" cap="none" strike="noStrike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82" name="Shape 8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3" name="Google Shape;8983;p8"/>
          <p:cNvSpPr txBox="1"/>
          <p:nvPr>
            <p:ph idx="4294967295" type="body"/>
          </p:nvPr>
        </p:nvSpPr>
        <p:spPr>
          <a:xfrm>
            <a:off x="713225" y="1228675"/>
            <a:ext cx="52776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Fragments cel·lulars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 petits (2-4um), de forma variable i sense nucli.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Karla Medium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Es produeixen per la fragmentació del citoplasma dels megacariòcits.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Vida mitjana de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 10 dies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.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Contenen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material contràctil 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(actina i miosina).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Funcions: recobrir els petits defectes de revestiment endotelial dels vasos i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limitar l’hemorràgia, promovent la coagulació 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local de la sang.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just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8984" name="Google Shape;8984;p8"/>
          <p:cNvSpPr txBox="1"/>
          <p:nvPr>
            <p:ph type="title"/>
          </p:nvPr>
        </p:nvSpPr>
        <p:spPr>
          <a:xfrm>
            <a:off x="5608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Plaquetes</a:t>
            </a:r>
            <a:r>
              <a:rPr lang="ca" sz="2500"/>
              <a:t> o trombòcits</a:t>
            </a:r>
            <a:endParaRPr/>
          </a:p>
        </p:txBody>
      </p:sp>
      <p:pic>
        <p:nvPicPr>
          <p:cNvPr id="8985" name="Google Shape;8985;p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990950" y="1365350"/>
            <a:ext cx="3092775" cy="2388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89" name="Shape 8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0" name="Google Shape;8990;p9"/>
          <p:cNvSpPr txBox="1"/>
          <p:nvPr>
            <p:ph idx="4294967295" type="body"/>
          </p:nvPr>
        </p:nvSpPr>
        <p:spPr>
          <a:xfrm>
            <a:off x="713225" y="1228675"/>
            <a:ext cx="52152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Cèl·lules amb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nucli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,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mòbils 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(circulen per la sang i poden sortir als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teixits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)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Vida mitjana variable, d’hores a anys.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Funció: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Efectors cel·lulars de la resposta immune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, intervenen en la defensa de l’organisme davant patògens.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Classificació, en funció de si en el citoplasma tenen grànuls que contenen proteïnes.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Karla Medium"/>
              <a:buChar char="○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Granulòcits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Karla Medium"/>
              <a:buChar char="○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Agranulòcits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</p:txBody>
      </p:sp>
      <p:sp>
        <p:nvSpPr>
          <p:cNvPr id="8991" name="Google Shape;8991;p9"/>
          <p:cNvSpPr txBox="1"/>
          <p:nvPr>
            <p:ph type="title"/>
          </p:nvPr>
        </p:nvSpPr>
        <p:spPr>
          <a:xfrm>
            <a:off x="5608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Leucòcits </a:t>
            </a:r>
            <a:r>
              <a:rPr lang="ca" sz="2500"/>
              <a:t>o glòbuls blancs</a:t>
            </a:r>
            <a:endParaRPr/>
          </a:p>
        </p:txBody>
      </p:sp>
      <p:pic>
        <p:nvPicPr>
          <p:cNvPr id="8992" name="Google Shape;8992;p9"/>
          <p:cNvPicPr preferRelativeResize="0"/>
          <p:nvPr/>
        </p:nvPicPr>
        <p:blipFill rotWithShape="1">
          <a:blip r:embed="rId3">
            <a:alphaModFix/>
          </a:blip>
          <a:srcRect b="11831" l="9290" r="4523" t="0"/>
          <a:stretch/>
        </p:blipFill>
        <p:spPr>
          <a:xfrm>
            <a:off x="6110525" y="1314450"/>
            <a:ext cx="2873075" cy="2351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96" name="Shape 8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7" name="Google Shape;8997;p10"/>
          <p:cNvSpPr txBox="1"/>
          <p:nvPr>
            <p:ph type="title"/>
          </p:nvPr>
        </p:nvSpPr>
        <p:spPr>
          <a:xfrm>
            <a:off x="5608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Leucòcits </a:t>
            </a:r>
            <a:r>
              <a:rPr lang="ca" sz="2500"/>
              <a:t>o glòbuls blancs</a:t>
            </a:r>
            <a:endParaRPr/>
          </a:p>
        </p:txBody>
      </p:sp>
      <p:graphicFrame>
        <p:nvGraphicFramePr>
          <p:cNvPr id="8998" name="Google Shape;8998;p10"/>
          <p:cNvGraphicFramePr/>
          <p:nvPr/>
        </p:nvGraphicFramePr>
        <p:xfrm>
          <a:off x="1159213" y="12740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{F2A12204-29FD-4F3D-9498-B9A169F8890C}</a:tableStyleId>
              </a:tblPr>
              <a:tblGrid>
                <a:gridCol w="512850"/>
                <a:gridCol w="1071850"/>
                <a:gridCol w="540700"/>
                <a:gridCol w="1495200"/>
                <a:gridCol w="1912725"/>
                <a:gridCol w="1922925"/>
              </a:tblGrid>
              <a:tr h="4273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b="1" lang="ca" sz="1400" u="none" cap="none" strike="noStrike"/>
                        <a:t>Leucòcits</a:t>
                      </a:r>
                      <a:endParaRPr b="1" sz="1400" u="none" cap="none" strike="noStrike"/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b="1" lang="ca" sz="1400" u="none" cap="none" strike="noStrike"/>
                        <a:t>Valor de referència</a:t>
                      </a:r>
                      <a:endParaRPr b="1" sz="1400" u="none" cap="none" strike="noStrike"/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b="1" lang="ca" sz="1400" u="none" cap="none" strike="noStrike"/>
                        <a:t>Funció principal</a:t>
                      </a:r>
                      <a:endParaRPr b="1" sz="1400" u="none" cap="none" strike="noStrike"/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b="1" lang="ca" sz="1400" u="none" cap="none" strike="noStrike"/>
                        <a:t>Característiques identificatives</a:t>
                      </a:r>
                      <a:endParaRPr b="1" sz="1400" u="none" cap="none" strike="noStrike"/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rowSpan="3"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Neutròfils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vMerge="1"/>
                <a:tc grid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Eosinòfils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vMerge="1"/>
                <a:tc grid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Basòfils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rowSpan="4"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Monòcits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vMerge="1"/>
                <a:tc row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  <a:p>
                      <a:pPr indent="0" lvl="0" marL="0" marR="0" rtl="0" algn="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Limfòcits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T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rowSpan="3"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0025">
                <a:tc vMerge="1"/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B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vMerge="1"/>
              </a:tr>
              <a:tr h="370025">
                <a:tc vMerge="1"/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ca" sz="1400" u="none" cap="none" strike="noStrike"/>
                        <a:t>NK</a:t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vMerge="1"/>
              </a:tr>
            </a:tbl>
          </a:graphicData>
        </a:graphic>
      </p:graphicFrame>
      <p:sp>
        <p:nvSpPr>
          <p:cNvPr id="8999" name="Google Shape;8999;p10"/>
          <p:cNvSpPr txBox="1"/>
          <p:nvPr/>
        </p:nvSpPr>
        <p:spPr>
          <a:xfrm rot="-5400000">
            <a:off x="848685" y="2302395"/>
            <a:ext cx="11931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1" i="0" lang="ca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Granulòcits</a:t>
            </a:r>
            <a:endParaRPr b="1" i="0" sz="1400" u="none" cap="none" strike="noStrike">
              <a:solidFill>
                <a:srgbClr val="000000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9000" name="Google Shape;9000;p10"/>
          <p:cNvSpPr txBox="1"/>
          <p:nvPr/>
        </p:nvSpPr>
        <p:spPr>
          <a:xfrm rot="-5400000">
            <a:off x="772475" y="3571697"/>
            <a:ext cx="13455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1" i="0" lang="ca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Agranulòcits</a:t>
            </a:r>
            <a:endParaRPr b="1" i="0" sz="1400" u="none" cap="none" strike="noStrike">
              <a:solidFill>
                <a:srgbClr val="000000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04" name="Shape 9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5" name="Google Shape;9005;p1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pic>
        <p:nvPicPr>
          <p:cNvPr id="9006" name="Google Shape;9006;p1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2537" y="133803"/>
            <a:ext cx="7279549" cy="4774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07" name="Google Shape;9007;p11"/>
          <p:cNvPicPr preferRelativeResize="0"/>
          <p:nvPr/>
        </p:nvPicPr>
        <p:blipFill rotWithShape="1">
          <a:blip r:embed="rId4">
            <a:alphaModFix/>
          </a:blip>
          <a:srcRect b="11832" l="9291" r="4525" t="0"/>
          <a:stretch/>
        </p:blipFill>
        <p:spPr>
          <a:xfrm>
            <a:off x="6965500" y="3360600"/>
            <a:ext cx="2178500" cy="1782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11" name="Shape 9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2" name="Google Shape;9012;p1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L’anàlisi de sang</a:t>
            </a:r>
            <a:endParaRPr/>
          </a:p>
        </p:txBody>
      </p:sp>
      <p:sp>
        <p:nvSpPr>
          <p:cNvPr id="9013" name="Google Shape;9013;p12"/>
          <p:cNvSpPr txBox="1"/>
          <p:nvPr>
            <p:ph idx="1" type="subTitle"/>
          </p:nvPr>
        </p:nvSpPr>
        <p:spPr>
          <a:xfrm>
            <a:off x="713225" y="1218575"/>
            <a:ext cx="6966900" cy="3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Karla Medium"/>
              <a:buChar char="●"/>
            </a:pPr>
            <a:r>
              <a:rPr b="1" lang="ca" sz="15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Hemograma</a:t>
            </a:r>
            <a:r>
              <a:rPr lang="ca" sz="1500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. És el recompte de cèl·lules que té el pacient (hematies +  glòbuls blancs + plaquetes)</a:t>
            </a:r>
            <a:endParaRPr sz="1500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Karla Medium"/>
              <a:buChar char="●"/>
            </a:pPr>
            <a:r>
              <a:rPr b="1" lang="ca" sz="15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Bioquímica</a:t>
            </a:r>
            <a:r>
              <a:rPr lang="ca" sz="1500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. Es poden analitzar diverses substàncies com la glucosa, aminoàcids, hormones, àcid úric, colesterol…)</a:t>
            </a:r>
            <a:endParaRPr sz="1500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Karla Medium"/>
              <a:buChar char="●"/>
            </a:pPr>
            <a:r>
              <a:rPr b="1" lang="ca" sz="15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Serologia</a:t>
            </a:r>
            <a:r>
              <a:rPr lang="ca" sz="1500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. Mostra els elements relacionats amb la defensa immunitària: el conjunt d’antígens i anticossos.</a:t>
            </a:r>
            <a:endParaRPr sz="1500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500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rPr lang="ca" sz="1500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Els valors numèrics els comparem amb </a:t>
            </a:r>
            <a:r>
              <a:rPr b="1" lang="ca" sz="15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intervals de referència,</a:t>
            </a:r>
            <a:r>
              <a:rPr lang="ca" sz="1500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 que són els valors que s’esperen obtenir en una persona sana. </a:t>
            </a:r>
            <a:endParaRPr sz="1900">
              <a:latin typeface="Karla ExtraBold"/>
              <a:ea typeface="Karla ExtraBold"/>
              <a:cs typeface="Karla ExtraBold"/>
              <a:sym typeface="Karla ExtraBold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17" name="Shape 9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8" name="Google Shape;9018;p13"/>
          <p:cNvSpPr txBox="1"/>
          <p:nvPr>
            <p:ph idx="1" type="body"/>
          </p:nvPr>
        </p:nvSpPr>
        <p:spPr>
          <a:xfrm>
            <a:off x="1170425" y="1304875"/>
            <a:ext cx="27402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ca"/>
              <a:t>Els elements figurats que componen la sang tenen una vida determinada, cal que es produeixin contínuament.</a:t>
            </a:r>
            <a:endParaRPr/>
          </a:p>
          <a:p>
            <a:pPr indent="0" lvl="0" marL="0" rtl="0" algn="r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rPr lang="ca"/>
              <a:t>Aquest procés s’anomena hematopoesi, i es duu a terme principalment a la </a:t>
            </a:r>
            <a:r>
              <a:rPr b="1" lang="ca"/>
              <a:t>medul·la òssia vermella.</a:t>
            </a:r>
            <a:endParaRPr b="1"/>
          </a:p>
        </p:txBody>
      </p:sp>
      <p:sp>
        <p:nvSpPr>
          <p:cNvPr id="9019" name="Google Shape;9019;p13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Hematopoesi</a:t>
            </a:r>
            <a:endParaRPr/>
          </a:p>
        </p:txBody>
      </p:sp>
      <p:pic>
        <p:nvPicPr>
          <p:cNvPr id="9020" name="Google Shape;9020;p1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546672" y="486150"/>
            <a:ext cx="3404156" cy="465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24" name="Shape 9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5" name="Google Shape;9025;p14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Hematopoesi</a:t>
            </a:r>
            <a:endParaRPr/>
          </a:p>
        </p:txBody>
      </p:sp>
      <p:pic>
        <p:nvPicPr>
          <p:cNvPr id="9026" name="Google Shape;9026;p1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933550" y="1811500"/>
            <a:ext cx="5564475" cy="3333750"/>
          </a:xfrm>
          <a:prstGeom prst="rect">
            <a:avLst/>
          </a:prstGeom>
          <a:noFill/>
          <a:ln>
            <a:noFill/>
          </a:ln>
        </p:spPr>
      </p:pic>
      <p:sp>
        <p:nvSpPr>
          <p:cNvPr id="9027" name="Google Shape;9027;p14"/>
          <p:cNvSpPr txBox="1"/>
          <p:nvPr/>
        </p:nvSpPr>
        <p:spPr>
          <a:xfrm>
            <a:off x="847025" y="1241200"/>
            <a:ext cx="7467600" cy="646500"/>
          </a:xfrm>
          <a:prstGeom prst="rect">
            <a:avLst/>
          </a:prstGeom>
          <a:noFill/>
          <a:ln cap="flat" cmpd="sng" w="19050">
            <a:solidFill>
              <a:schemeClr val="accent1"/>
            </a:solidFill>
            <a:prstDash val="lgDash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b="0" i="0" lang="ca" sz="15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Procés de </a:t>
            </a:r>
            <a:r>
              <a:rPr b="1" i="0" lang="ca" sz="1500" u="sng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formació</a:t>
            </a:r>
            <a:r>
              <a:rPr b="0" i="0" lang="ca" sz="15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, </a:t>
            </a:r>
            <a:r>
              <a:rPr b="1" i="0" lang="ca" sz="1500" u="sng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desenvolupament </a:t>
            </a:r>
            <a:r>
              <a:rPr b="0" i="0" lang="ca" sz="15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i </a:t>
            </a:r>
            <a:r>
              <a:rPr b="1" i="0" lang="ca" sz="1500" u="sng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maduració</a:t>
            </a:r>
            <a:r>
              <a:rPr b="0" i="0" lang="ca" sz="15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 dels elements formes de la sang a partir d’un precursor cel·lular comú o indiferenciat.</a:t>
            </a:r>
            <a:endParaRPr b="0" i="0" sz="15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31" name="Shape 9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2" name="Google Shape;9032;p15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Hematopoesi</a:t>
            </a:r>
            <a:endParaRPr/>
          </a:p>
        </p:txBody>
      </p:sp>
      <p:pic>
        <p:nvPicPr>
          <p:cNvPr id="9033" name="Google Shape;9033;p15"/>
          <p:cNvPicPr preferRelativeResize="0"/>
          <p:nvPr/>
        </p:nvPicPr>
        <p:blipFill rotWithShape="1">
          <a:blip r:embed="rId3">
            <a:alphaModFix/>
          </a:blip>
          <a:srcRect b="5722" l="1866" r="4788" t="20709"/>
          <a:stretch/>
        </p:blipFill>
        <p:spPr>
          <a:xfrm>
            <a:off x="1863122" y="1192650"/>
            <a:ext cx="5560552" cy="39613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37" name="Shape 9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8" name="Google Shape;9038;p16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9039" name="Google Shape;9039;p16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Hematopoesi</a:t>
            </a:r>
            <a:endParaRPr/>
          </a:p>
        </p:txBody>
      </p:sp>
      <p:pic>
        <p:nvPicPr>
          <p:cNvPr id="9040" name="Google Shape;9040;p1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995075" y="1111525"/>
            <a:ext cx="7113875" cy="3729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44" name="Shape 9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5" name="Google Shape;9045;p17"/>
          <p:cNvSpPr txBox="1"/>
          <p:nvPr>
            <p:ph idx="4294967295" type="body"/>
          </p:nvPr>
        </p:nvSpPr>
        <p:spPr>
          <a:xfrm>
            <a:off x="967050" y="1354825"/>
            <a:ext cx="3167400" cy="78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Les donacions es fraccionen per a obtenir 3 productes: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just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just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just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</p:txBody>
      </p:sp>
      <p:sp>
        <p:nvSpPr>
          <p:cNvPr id="9046" name="Google Shape;9046;p17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Donacions de sang</a:t>
            </a:r>
            <a:endParaRPr/>
          </a:p>
        </p:txBody>
      </p:sp>
      <p:pic>
        <p:nvPicPr>
          <p:cNvPr id="9047" name="Google Shape;9047;p17"/>
          <p:cNvPicPr preferRelativeResize="0"/>
          <p:nvPr/>
        </p:nvPicPr>
        <p:blipFill rotWithShape="1">
          <a:blip r:embed="rId3">
            <a:alphaModFix/>
          </a:blip>
          <a:srcRect b="0" l="1620" r="-1619" t="-1967"/>
          <a:stretch/>
        </p:blipFill>
        <p:spPr>
          <a:xfrm>
            <a:off x="4275000" y="1126575"/>
            <a:ext cx="4695825" cy="3943325"/>
          </a:xfrm>
          <a:prstGeom prst="rect">
            <a:avLst/>
          </a:prstGeom>
          <a:noFill/>
          <a:ln>
            <a:noFill/>
          </a:ln>
        </p:spPr>
      </p:pic>
      <p:sp>
        <p:nvSpPr>
          <p:cNvPr id="9048" name="Google Shape;9048;p17"/>
          <p:cNvSpPr txBox="1"/>
          <p:nvPr>
            <p:ph idx="4294967295" type="body"/>
          </p:nvPr>
        </p:nvSpPr>
        <p:spPr>
          <a:xfrm>
            <a:off x="350375" y="2495550"/>
            <a:ext cx="3531900" cy="18102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No es fan transfusions de leucòcits → originen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problemes de rebuig</a:t>
            </a: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 al receptor. 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rtl="0" algn="just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rPr lang="ca" sz="1600">
                <a:latin typeface="Karla Medium"/>
                <a:ea typeface="Karla Medium"/>
                <a:cs typeface="Karla Medium"/>
                <a:sym typeface="Karla Medium"/>
              </a:rPr>
              <a:t>Només se’n fan en casos d’infeccions molt greus que no han respost amb els antibiòtics.</a:t>
            </a:r>
            <a:endParaRPr sz="1600">
              <a:latin typeface="Karla Medium"/>
              <a:ea typeface="Karla Medium"/>
              <a:cs typeface="Karla Medium"/>
              <a:sym typeface="Karla Medium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2" name="Shape 9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3" name="Google Shape;9053;p1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pic>
        <p:nvPicPr>
          <p:cNvPr id="9054" name="Google Shape;9054;p18"/>
          <p:cNvPicPr preferRelativeResize="0"/>
          <p:nvPr/>
        </p:nvPicPr>
        <p:blipFill rotWithShape="1">
          <a:blip r:embed="rId3">
            <a:alphaModFix/>
          </a:blip>
          <a:srcRect b="2477" l="0" r="26050" t="0"/>
          <a:stretch/>
        </p:blipFill>
        <p:spPr>
          <a:xfrm>
            <a:off x="3962400" y="1089350"/>
            <a:ext cx="2710925" cy="35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9055" name="Google Shape;9055;p18"/>
          <p:cNvSpPr txBox="1"/>
          <p:nvPr/>
        </p:nvSpPr>
        <p:spPr>
          <a:xfrm>
            <a:off x="6668925" y="2301150"/>
            <a:ext cx="2246400" cy="1047900"/>
          </a:xfrm>
          <a:prstGeom prst="rect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1" i="0" lang="ca" sz="1400" u="none" cap="none" strike="noStrike">
                <a:solidFill>
                  <a:srgbClr val="000000"/>
                </a:solidFill>
                <a:latin typeface="Barlow"/>
                <a:ea typeface="Barlow"/>
                <a:cs typeface="Barlow"/>
                <a:sym typeface="Barlow"/>
              </a:rPr>
              <a:t>Antigen</a:t>
            </a:r>
            <a:r>
              <a:rPr b="0" i="0" lang="ca" sz="1400" u="none" cap="none" strike="noStrike">
                <a:solidFill>
                  <a:srgbClr val="000000"/>
                </a:solidFill>
                <a:latin typeface="Barlow Medium"/>
                <a:ea typeface="Barlow Medium"/>
                <a:cs typeface="Barlow Medium"/>
                <a:sym typeface="Barlow Medium"/>
              </a:rPr>
              <a:t>: molècula que provoca que el cos activi una resposta immunitària contra ella. </a:t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056" name="Google Shape;9056;p18"/>
          <p:cNvSpPr txBox="1"/>
          <p:nvPr/>
        </p:nvSpPr>
        <p:spPr>
          <a:xfrm>
            <a:off x="6668925" y="3520350"/>
            <a:ext cx="2246400" cy="845400"/>
          </a:xfrm>
          <a:prstGeom prst="rect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1" i="0" lang="ca" sz="1400" u="none" cap="none" strike="noStrike">
                <a:solidFill>
                  <a:srgbClr val="000000"/>
                </a:solidFill>
                <a:latin typeface="Barlow"/>
                <a:ea typeface="Barlow"/>
                <a:cs typeface="Barlow"/>
                <a:sym typeface="Barlow"/>
              </a:rPr>
              <a:t>Anticòs:</a:t>
            </a:r>
            <a:r>
              <a:rPr b="0" i="0" lang="ca" sz="1400" u="none" cap="none" strike="noStrike">
                <a:solidFill>
                  <a:srgbClr val="000000"/>
                </a:solidFill>
                <a:latin typeface="Barlow Medium"/>
                <a:ea typeface="Barlow Medium"/>
                <a:cs typeface="Barlow Medium"/>
                <a:sym typeface="Barlow Medium"/>
              </a:rPr>
              <a:t> proteïna que reconeix antígens i activa la resposta immunitària.</a:t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057" name="Google Shape;9057;p18"/>
          <p:cNvSpPr txBox="1"/>
          <p:nvPr/>
        </p:nvSpPr>
        <p:spPr>
          <a:xfrm>
            <a:off x="3844025" y="3967550"/>
            <a:ext cx="963600" cy="474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058" name="Google Shape;9058;p18"/>
          <p:cNvSpPr txBox="1"/>
          <p:nvPr/>
        </p:nvSpPr>
        <p:spPr>
          <a:xfrm>
            <a:off x="760900" y="1477325"/>
            <a:ext cx="3631500" cy="358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La 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determinació dels grups sanguinis</a:t>
            </a: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, així com la compatibilitat entre els diferents grups ve marcada per la </a:t>
            </a:r>
            <a:r>
              <a:rPr b="1" i="0" lang="ca" sz="1600" u="none" cap="none" strike="noStrike">
                <a:solidFill>
                  <a:srgbClr val="4A86E8"/>
                </a:solidFill>
                <a:latin typeface="Karla"/>
                <a:ea typeface="Karla"/>
                <a:cs typeface="Karla"/>
                <a:sym typeface="Karla"/>
              </a:rPr>
              <a:t>presència/absència d’antígens i anticossos.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 </a:t>
            </a:r>
            <a:endParaRPr b="1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62" name="Shape 9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3" name="Google Shape;9063;p19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sp>
        <p:nvSpPr>
          <p:cNvPr id="9064" name="Google Shape;9064;p19"/>
          <p:cNvSpPr txBox="1"/>
          <p:nvPr/>
        </p:nvSpPr>
        <p:spPr>
          <a:xfrm>
            <a:off x="713225" y="1166775"/>
            <a:ext cx="3819600" cy="278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spAutoFit/>
          </a:bodyPr>
          <a:lstStyle/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marR="0" rtl="0" algn="just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●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Les dues classificacions més importants per descriure grups sanguinis en humans són: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marR="0" rtl="0" algn="just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○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El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 sistema AB0</a:t>
            </a: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: presència o no d’antígens A i B als glòbuls vermells.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marR="0" rtl="0" algn="just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dk1"/>
              </a:buClr>
              <a:buSzPts val="1600"/>
              <a:buFont typeface="Karla Medium"/>
              <a:buChar char="○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El 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factor RH </a:t>
            </a: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(antigen D) que pot existir en el sèrum.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pic>
        <p:nvPicPr>
          <p:cNvPr id="9065" name="Google Shape;9065;p19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532825" y="1447175"/>
            <a:ext cx="4438650" cy="2850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69" name="Shape 9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0" name="Google Shape;9070;p2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sp>
        <p:nvSpPr>
          <p:cNvPr id="9071" name="Google Shape;9071;p20"/>
          <p:cNvSpPr txBox="1"/>
          <p:nvPr/>
        </p:nvSpPr>
        <p:spPr>
          <a:xfrm>
            <a:off x="713225" y="1166775"/>
            <a:ext cx="3819600" cy="278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spAutoFit/>
          </a:bodyPr>
          <a:lstStyle/>
          <a:p>
            <a:pPr indent="0" lvl="0" marL="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marR="0" rtl="0" algn="just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●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Les dues classificacions més importants per descriure grups sanguinis en humans són: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marR="0" rtl="0" algn="just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○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El 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sistema AB0</a:t>
            </a: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: presència o no d’antígens A i B als glòbuls vermells.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1" marL="914400" marR="0" rtl="0" algn="just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dk1"/>
              </a:buClr>
              <a:buSzPts val="1600"/>
              <a:buFont typeface="Karla Medium"/>
              <a:buChar char="○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El 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factor RH </a:t>
            </a: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(antigen D) que pot existir en el sèrum.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pic>
        <p:nvPicPr>
          <p:cNvPr id="9072" name="Google Shape;9072;p20"/>
          <p:cNvPicPr preferRelativeResize="0"/>
          <p:nvPr/>
        </p:nvPicPr>
        <p:blipFill rotWithShape="1">
          <a:blip r:embed="rId3">
            <a:alphaModFix/>
          </a:blip>
          <a:srcRect b="6933" l="0" r="0" t="0"/>
          <a:stretch/>
        </p:blipFill>
        <p:spPr>
          <a:xfrm>
            <a:off x="4941075" y="103700"/>
            <a:ext cx="2995000" cy="3001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73" name="Google Shape;9073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624477" y="3105401"/>
            <a:ext cx="3401576" cy="1987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77" name="Shape 9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8" name="Google Shape;9078;g7b162b4b3099c67e_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pic>
        <p:nvPicPr>
          <p:cNvPr id="9079" name="Google Shape;9079;g7b162b4b3099c67e_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79038" y="1516688"/>
            <a:ext cx="6585925" cy="2627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83" name="Shape 9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4" name="Google Shape;9084;p21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sp>
        <p:nvSpPr>
          <p:cNvPr id="9085" name="Google Shape;9085;p21"/>
          <p:cNvSpPr txBox="1"/>
          <p:nvPr/>
        </p:nvSpPr>
        <p:spPr>
          <a:xfrm>
            <a:off x="713225" y="1166775"/>
            <a:ext cx="7415400" cy="241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spAutoFit/>
          </a:bodyPr>
          <a:lstStyle/>
          <a:p>
            <a:pPr indent="-330200" lvl="0" marL="45720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●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A diferència del sistema ABO, </a:t>
            </a:r>
            <a:r>
              <a:rPr b="1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les persones Rh- no presenten anticossos al plasma.</a:t>
            </a:r>
            <a:endParaRPr b="1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●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Aquests es formen quan la sang entra en contacte amb el factor Rh (eritròcits Rh+). 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-330200" lvl="0" marL="45720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 Medium"/>
              <a:buChar char="●"/>
            </a:pPr>
            <a:r>
              <a:rPr b="0" i="0" lang="ca" sz="1600" u="none" cap="none" strike="noStrike">
                <a:solidFill>
                  <a:schemeClr val="dk1"/>
                </a:solidFill>
                <a:latin typeface="Karla Medium"/>
                <a:ea typeface="Karla Medium"/>
                <a:cs typeface="Karla Medium"/>
                <a:sym typeface="Karla Medium"/>
              </a:rPr>
              <a:t>Per això en un primer contacte la reacció no és perillosa i sí que ho és en un segon contacte.</a:t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just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  <a:p>
            <a:pPr indent="0" lvl="0" marL="0" marR="0" rtl="0" algn="just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 Medium"/>
              <a:ea typeface="Karla Medium"/>
              <a:cs typeface="Karla Medium"/>
              <a:sym typeface="Karla Medium"/>
            </a:endParaRPr>
          </a:p>
        </p:txBody>
      </p:sp>
      <p:pic>
        <p:nvPicPr>
          <p:cNvPr id="9086" name="Google Shape;9086;p2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552750" y="2542850"/>
            <a:ext cx="4800199" cy="2676850"/>
          </a:xfrm>
          <a:prstGeom prst="rect">
            <a:avLst/>
          </a:prstGeom>
          <a:noFill/>
          <a:ln>
            <a:noFill/>
          </a:ln>
        </p:spPr>
      </p:pic>
      <p:sp>
        <p:nvSpPr>
          <p:cNvPr id="9087" name="Google Shape;9087;p21"/>
          <p:cNvSpPr txBox="1"/>
          <p:nvPr/>
        </p:nvSpPr>
        <p:spPr>
          <a:xfrm>
            <a:off x="476500" y="3466525"/>
            <a:ext cx="30000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1" i="0" lang="ca" sz="1600" u="none" cap="none" strike="noStrike">
                <a:solidFill>
                  <a:schemeClr val="accent2"/>
                </a:solidFill>
                <a:latin typeface="Karla"/>
                <a:ea typeface="Karla"/>
                <a:cs typeface="Karla"/>
                <a:sym typeface="Karla"/>
              </a:rPr>
              <a:t>Incompatibilitat del factor Rh entre la mare i el fetus</a:t>
            </a:r>
            <a:endParaRPr b="1" i="0" sz="1400" u="none" cap="none" strike="noStrike">
              <a:solidFill>
                <a:schemeClr val="accent2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91" name="Shape 9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2" name="Google Shape;9092;p22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Grups sanguinis </a:t>
            </a:r>
            <a:endParaRPr/>
          </a:p>
        </p:txBody>
      </p:sp>
      <p:pic>
        <p:nvPicPr>
          <p:cNvPr id="9093" name="Google Shape;9093;p2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295400" y="1142376"/>
            <a:ext cx="6685710" cy="4001125"/>
          </a:xfrm>
          <a:prstGeom prst="rect">
            <a:avLst/>
          </a:prstGeom>
          <a:noFill/>
          <a:ln>
            <a:noFill/>
          </a:ln>
        </p:spPr>
      </p:pic>
      <p:sp>
        <p:nvSpPr>
          <p:cNvPr id="9094" name="Google Shape;9094;p22"/>
          <p:cNvSpPr txBox="1"/>
          <p:nvPr/>
        </p:nvSpPr>
        <p:spPr>
          <a:xfrm>
            <a:off x="5507900" y="2250300"/>
            <a:ext cx="616500" cy="384900"/>
          </a:xfrm>
          <a:prstGeom prst="rect">
            <a:avLst/>
          </a:prstGeom>
          <a:solidFill>
            <a:srgbClr val="F7EBCE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</a:pPr>
            <a:r>
              <a:rPr b="1" i="0" lang="ca" sz="1300" u="none" cap="none" strike="noStrike">
                <a:solidFill>
                  <a:schemeClr val="accent2"/>
                </a:solidFill>
                <a:latin typeface="Barlow"/>
                <a:ea typeface="Barlow"/>
                <a:cs typeface="Barlow"/>
                <a:sym typeface="Barlow"/>
              </a:rPr>
              <a:t>AB+</a:t>
            </a:r>
            <a:endParaRPr b="1" i="0" sz="1300" u="none" cap="none" strike="noStrike">
              <a:solidFill>
                <a:schemeClr val="accent2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98" name="Shape 9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9" name="Google Shape;9099;p2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Trasplantament de medul·la òssia</a:t>
            </a:r>
            <a:endParaRPr/>
          </a:p>
        </p:txBody>
      </p:sp>
      <p:pic>
        <p:nvPicPr>
          <p:cNvPr id="9100" name="Google Shape;9100;p2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889226" y="1204575"/>
            <a:ext cx="5365500" cy="3680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04" name="Shape 9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5" name="Google Shape;9105;p2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Trasplantament de medul·la òssia</a:t>
            </a:r>
            <a:endParaRPr/>
          </a:p>
        </p:txBody>
      </p:sp>
      <p:pic>
        <p:nvPicPr>
          <p:cNvPr id="9106" name="Google Shape;9106;p24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11496"/>
          <a:stretch/>
        </p:blipFill>
        <p:spPr>
          <a:xfrm>
            <a:off x="1143000" y="1252625"/>
            <a:ext cx="5854850" cy="3782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10" name="Shape 9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1" name="Google Shape;9111;p25"/>
          <p:cNvSpPr txBox="1"/>
          <p:nvPr>
            <p:ph idx="4294967295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Funcions de la sang</a:t>
            </a:r>
            <a:endParaRPr/>
          </a:p>
        </p:txBody>
      </p:sp>
      <p:cxnSp>
        <p:nvCxnSpPr>
          <p:cNvPr id="9112" name="Google Shape;9112;p25"/>
          <p:cNvCxnSpPr/>
          <p:nvPr/>
        </p:nvCxnSpPr>
        <p:spPr>
          <a:xfrm>
            <a:off x="1144900" y="2178700"/>
            <a:ext cx="6854100" cy="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9113" name="Google Shape;9113;p25"/>
          <p:cNvCxnSpPr/>
          <p:nvPr/>
        </p:nvCxnSpPr>
        <p:spPr>
          <a:xfrm>
            <a:off x="21127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114" name="Google Shape;9114;p25"/>
          <p:cNvCxnSpPr/>
          <p:nvPr/>
        </p:nvCxnSpPr>
        <p:spPr>
          <a:xfrm>
            <a:off x="45720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115" name="Google Shape;9115;p25"/>
          <p:cNvCxnSpPr/>
          <p:nvPr/>
        </p:nvCxnSpPr>
        <p:spPr>
          <a:xfrm>
            <a:off x="70313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sp>
        <p:nvSpPr>
          <p:cNvPr id="9116" name="Google Shape;9116;p25"/>
          <p:cNvSpPr/>
          <p:nvPr/>
        </p:nvSpPr>
        <p:spPr>
          <a:xfrm>
            <a:off x="6739291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17" name="Google Shape;9117;p25"/>
          <p:cNvSpPr/>
          <p:nvPr/>
        </p:nvSpPr>
        <p:spPr>
          <a:xfrm>
            <a:off x="4280154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18" name="Google Shape;9118;p25"/>
          <p:cNvSpPr/>
          <p:nvPr/>
        </p:nvSpPr>
        <p:spPr>
          <a:xfrm>
            <a:off x="1820866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19" name="Google Shape;9119;p25"/>
          <p:cNvSpPr txBox="1"/>
          <p:nvPr/>
        </p:nvSpPr>
        <p:spPr>
          <a:xfrm>
            <a:off x="1820800" y="188605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1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0" name="Google Shape;9120;p25"/>
          <p:cNvSpPr txBox="1"/>
          <p:nvPr/>
        </p:nvSpPr>
        <p:spPr>
          <a:xfrm>
            <a:off x="4280050" y="18861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2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1" name="Google Shape;9121;p25"/>
          <p:cNvSpPr txBox="1"/>
          <p:nvPr/>
        </p:nvSpPr>
        <p:spPr>
          <a:xfrm>
            <a:off x="6739301" y="18862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3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2" name="Google Shape;9122;p25"/>
          <p:cNvSpPr txBox="1"/>
          <p:nvPr/>
        </p:nvSpPr>
        <p:spPr>
          <a:xfrm>
            <a:off x="118886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Transport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3" name="Google Shape;9123;p25"/>
          <p:cNvSpPr txBox="1"/>
          <p:nvPr/>
        </p:nvSpPr>
        <p:spPr>
          <a:xfrm>
            <a:off x="364811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Regulació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4" name="Google Shape;9124;p25"/>
          <p:cNvSpPr txBox="1"/>
          <p:nvPr/>
        </p:nvSpPr>
        <p:spPr>
          <a:xfrm>
            <a:off x="6107362" y="2810638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Protecció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125" name="Google Shape;9125;p25"/>
          <p:cNvSpPr txBox="1"/>
          <p:nvPr/>
        </p:nvSpPr>
        <p:spPr>
          <a:xfrm>
            <a:off x="1188850" y="3272265"/>
            <a:ext cx="1847700" cy="145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 nutrients, hormones, gasos, substàncies de rebuig... entre diferents texits i òrgans.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126" name="Google Shape;9126;p25"/>
          <p:cNvSpPr txBox="1"/>
          <p:nvPr/>
        </p:nvSpPr>
        <p:spPr>
          <a:xfrm>
            <a:off x="3301400" y="3105850"/>
            <a:ext cx="2474100" cy="87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ajudant a mantenir l'homeòstasi: regula el pH i la temperatura.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127" name="Google Shape;9127;p25"/>
          <p:cNvSpPr txBox="1"/>
          <p:nvPr/>
        </p:nvSpPr>
        <p:spPr>
          <a:xfrm>
            <a:off x="5802650" y="3535025"/>
            <a:ext cx="2474100" cy="121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pot coagular-se evitant la pèrdua de sang excessiva a causa d’una ferida. Les seves cèl·lules i proteïnes sanguínies ens protegeixen de malalties. 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31" name="Shape 9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2" name="Google Shape;9132;p26"/>
          <p:cNvSpPr txBox="1"/>
          <p:nvPr>
            <p:ph idx="4294967295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9133" name="Google Shape;9133;p26"/>
          <p:cNvSpPr txBox="1"/>
          <p:nvPr>
            <p:ph idx="4294967295" type="body"/>
          </p:nvPr>
        </p:nvSpPr>
        <p:spPr>
          <a:xfrm>
            <a:off x="713225" y="10762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0" lvl="0" marL="0" marR="5290063" rtl="0" algn="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Cicle de transport d’oxigen</a:t>
            </a:r>
            <a:endParaRPr b="1" sz="1600">
              <a:latin typeface="Karla"/>
              <a:ea typeface="Karla"/>
              <a:cs typeface="Karla"/>
              <a:sym typeface="Karla"/>
            </a:endParaRPr>
          </a:p>
          <a:p>
            <a:pPr indent="0" lvl="0" marL="0" marR="5290063" rtl="0" algn="just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rPr b="1" lang="ca" sz="2400">
                <a:latin typeface="Karla"/>
                <a:ea typeface="Karla"/>
                <a:cs typeface="Karla"/>
                <a:sym typeface="Karla"/>
              </a:rPr>
              <a:t>97%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 d’O2 transportat en combinació amb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hemoglobina</a:t>
            </a:r>
            <a:endParaRPr b="1" sz="1600">
              <a:latin typeface="Karla"/>
              <a:ea typeface="Karla"/>
              <a:cs typeface="Karla"/>
              <a:sym typeface="Karla"/>
            </a:endParaRPr>
          </a:p>
          <a:p>
            <a:pPr indent="0" lvl="0" marL="0" marR="5290063" rtl="0" algn="just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rPr b="1" lang="ca" sz="2400">
                <a:latin typeface="Karla"/>
                <a:ea typeface="Karla"/>
                <a:cs typeface="Karla"/>
                <a:sym typeface="Karla"/>
              </a:rPr>
              <a:t>3%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 d’02 transportat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dissolt al plasma</a:t>
            </a:r>
            <a:endParaRPr b="1" sz="1600"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134" name="Google Shape;9134;p26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Transport</a:t>
            </a:r>
            <a:endParaRPr/>
          </a:p>
        </p:txBody>
      </p:sp>
      <p:pic>
        <p:nvPicPr>
          <p:cNvPr id="9135" name="Google Shape;9135;p26"/>
          <p:cNvPicPr preferRelativeResize="0"/>
          <p:nvPr/>
        </p:nvPicPr>
        <p:blipFill rotWithShape="1">
          <a:blip r:embed="rId3">
            <a:alphaModFix/>
          </a:blip>
          <a:srcRect b="8177" l="6688" r="7444" t="17813"/>
          <a:stretch/>
        </p:blipFill>
        <p:spPr>
          <a:xfrm>
            <a:off x="3812900" y="74550"/>
            <a:ext cx="4522424" cy="4115101"/>
          </a:xfrm>
          <a:prstGeom prst="rect">
            <a:avLst/>
          </a:prstGeom>
          <a:noFill/>
          <a:ln>
            <a:noFill/>
          </a:ln>
        </p:spPr>
      </p:pic>
      <p:sp>
        <p:nvSpPr>
          <p:cNvPr id="9136" name="Google Shape;9136;p26"/>
          <p:cNvSpPr txBox="1"/>
          <p:nvPr/>
        </p:nvSpPr>
        <p:spPr>
          <a:xfrm>
            <a:off x="3377600" y="3486850"/>
            <a:ext cx="4854000" cy="169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L’oxigen difon a través de la membrana dels alvèols pulmonars i dels capil·lars sanguinis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40" name="Shape 9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1" name="Google Shape;9141;p27"/>
          <p:cNvSpPr txBox="1"/>
          <p:nvPr>
            <p:ph idx="4294967295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9142" name="Google Shape;9142;p27"/>
          <p:cNvSpPr txBox="1"/>
          <p:nvPr>
            <p:ph idx="4294967295" type="body"/>
          </p:nvPr>
        </p:nvSpPr>
        <p:spPr>
          <a:xfrm>
            <a:off x="713225" y="10762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4031875" wrap="square" tIns="91425">
            <a:noAutofit/>
          </a:bodyPr>
          <a:lstStyle/>
          <a:p>
            <a:pPr indent="0" lvl="0" marL="0" marR="9018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marR="90185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Font typeface="Karla"/>
              <a:buChar char="●"/>
            </a:pPr>
            <a:r>
              <a:rPr b="1" lang="ca" sz="1600">
                <a:latin typeface="Karla"/>
                <a:ea typeface="Karla"/>
                <a:cs typeface="Karla"/>
                <a:sym typeface="Karla"/>
              </a:rPr>
              <a:t>Quatre cadenes polipeptídiques 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(globines) on s’uneix un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grup hemo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 amb un àtom de ferro que té capacitat d’unió a una molècula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d’oxigen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.</a:t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marR="90185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Font typeface="Karla"/>
              <a:buChar char="●"/>
            </a:pPr>
            <a:r>
              <a:rPr lang="ca" sz="1600">
                <a:latin typeface="Karla"/>
                <a:ea typeface="Karla"/>
                <a:cs typeface="Karla"/>
                <a:sym typeface="Karla"/>
              </a:rPr>
              <a:t>La combinació d’aquestes quatre subunitats, permet la formació de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diferents tipus d’Hb. </a:t>
            </a:r>
            <a:endParaRPr b="1" sz="1600">
              <a:latin typeface="Karla"/>
              <a:ea typeface="Karla"/>
              <a:cs typeface="Karla"/>
              <a:sym typeface="Karla"/>
            </a:endParaRPr>
          </a:p>
          <a:p>
            <a:pPr indent="0" lvl="0" marL="457200" marR="811851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 sz="1600"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143" name="Google Shape;9143;p27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Hemoglobina</a:t>
            </a:r>
            <a:endParaRPr/>
          </a:p>
        </p:txBody>
      </p:sp>
      <p:pic>
        <p:nvPicPr>
          <p:cNvPr id="9144" name="Google Shape;9144;p27"/>
          <p:cNvPicPr preferRelativeResize="0"/>
          <p:nvPr/>
        </p:nvPicPr>
        <p:blipFill rotWithShape="1">
          <a:blip r:embed="rId3">
            <a:alphaModFix/>
          </a:blip>
          <a:srcRect b="41646" l="0" r="44613" t="0"/>
          <a:stretch/>
        </p:blipFill>
        <p:spPr>
          <a:xfrm>
            <a:off x="3647425" y="1374600"/>
            <a:ext cx="2609375" cy="2199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9145" name="Google Shape;9145;p27"/>
          <p:cNvPicPr preferRelativeResize="0"/>
          <p:nvPr/>
        </p:nvPicPr>
        <p:blipFill rotWithShape="1">
          <a:blip r:embed="rId4">
            <a:alphaModFix/>
          </a:blip>
          <a:srcRect b="3271" l="45214" r="0" t="9451"/>
          <a:stretch/>
        </p:blipFill>
        <p:spPr>
          <a:xfrm>
            <a:off x="5670006" y="1152476"/>
            <a:ext cx="3245395" cy="2908249"/>
          </a:xfrm>
          <a:prstGeom prst="rect">
            <a:avLst/>
          </a:prstGeom>
          <a:noFill/>
          <a:ln>
            <a:noFill/>
          </a:ln>
        </p:spPr>
      </p:pic>
      <p:pic>
        <p:nvPicPr>
          <p:cNvPr id="9146" name="Google Shape;9146;p27"/>
          <p:cNvPicPr preferRelativeResize="0"/>
          <p:nvPr/>
        </p:nvPicPr>
        <p:blipFill rotWithShape="1">
          <a:blip r:embed="rId3">
            <a:alphaModFix/>
          </a:blip>
          <a:srcRect b="0" l="0" r="46566" t="62861"/>
          <a:stretch/>
        </p:blipFill>
        <p:spPr>
          <a:xfrm>
            <a:off x="3647425" y="3819975"/>
            <a:ext cx="2517400" cy="1399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9147" name="Google Shape;9147;p27"/>
          <p:cNvPicPr preferRelativeResize="0"/>
          <p:nvPr/>
        </p:nvPicPr>
        <p:blipFill rotWithShape="1">
          <a:blip r:embed="rId3">
            <a:alphaModFix/>
          </a:blip>
          <a:srcRect b="6339" l="55046" r="-6912" t="73112"/>
          <a:stretch/>
        </p:blipFill>
        <p:spPr>
          <a:xfrm>
            <a:off x="6937425" y="4060725"/>
            <a:ext cx="2443575" cy="774450"/>
          </a:xfrm>
          <a:prstGeom prst="rect">
            <a:avLst/>
          </a:prstGeom>
          <a:noFill/>
          <a:ln>
            <a:noFill/>
          </a:ln>
        </p:spPr>
      </p:pic>
      <p:sp>
        <p:nvSpPr>
          <p:cNvPr id="9148" name="Google Shape;9148;p27"/>
          <p:cNvSpPr txBox="1"/>
          <p:nvPr/>
        </p:nvSpPr>
        <p:spPr>
          <a:xfrm>
            <a:off x="5577975" y="4652975"/>
            <a:ext cx="1079100" cy="6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52" name="Shape 9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3" name="Google Shape;9153;p28"/>
          <p:cNvSpPr txBox="1"/>
          <p:nvPr>
            <p:ph idx="4294967295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9154" name="Google Shape;9154;p28"/>
          <p:cNvSpPr txBox="1"/>
          <p:nvPr>
            <p:ph idx="4294967295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4031875" wrap="square" tIns="91425">
            <a:noAutofit/>
          </a:bodyPr>
          <a:lstStyle/>
          <a:p>
            <a:pPr indent="0" lvl="0" marL="0" marR="9018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0" lvl="0" marL="360000" marR="1851" rtl="0" algn="just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rPr lang="ca" sz="1600">
                <a:latin typeface="Karla"/>
                <a:ea typeface="Karla"/>
                <a:cs typeface="Karla"/>
                <a:sym typeface="Karla"/>
              </a:rPr>
              <a:t>La unió de l'oxigen a l'hemoglobina és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reversible 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i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depèn de la pressió parcial d'oxigen en la sang, 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és a dir, de l'oxigen que va en dissolució.</a:t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0" lvl="0" marL="450000" marR="181851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rPr lang="ca" sz="1600">
                <a:latin typeface="Karla"/>
                <a:ea typeface="Karla"/>
                <a:cs typeface="Karla"/>
                <a:sym typeface="Karla"/>
              </a:rPr>
              <a:t>Oxigen unit a hemoglobina →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oxihemoglobina 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(HbO2),</a:t>
            </a:r>
            <a:endParaRPr sz="1600">
              <a:latin typeface="Karla"/>
              <a:ea typeface="Karla"/>
              <a:cs typeface="Karla"/>
              <a:sym typeface="Karla"/>
            </a:endParaRPr>
          </a:p>
          <a:p>
            <a:pPr indent="0" lvl="0" marL="450000" marR="181851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rPr lang="ca" sz="1600">
                <a:latin typeface="Karla"/>
                <a:ea typeface="Karla"/>
                <a:cs typeface="Karla"/>
                <a:sym typeface="Karla"/>
              </a:rPr>
              <a:t>Hemoglobina desoxigenada → </a:t>
            </a:r>
            <a:r>
              <a:rPr b="1" lang="ca" sz="1600">
                <a:latin typeface="Karla"/>
                <a:ea typeface="Karla"/>
                <a:cs typeface="Karla"/>
                <a:sym typeface="Karla"/>
              </a:rPr>
              <a:t>desoxihemoglobina </a:t>
            </a:r>
            <a:r>
              <a:rPr lang="ca" sz="1600">
                <a:latin typeface="Karla"/>
                <a:ea typeface="Karla"/>
                <a:cs typeface="Karla"/>
                <a:sym typeface="Karla"/>
              </a:rPr>
              <a:t>(Hb).</a:t>
            </a:r>
            <a:endParaRPr sz="1600"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155" name="Google Shape;9155;p28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Hemoglobina</a:t>
            </a:r>
            <a:endParaRPr/>
          </a:p>
        </p:txBody>
      </p:sp>
      <p:pic>
        <p:nvPicPr>
          <p:cNvPr id="9156" name="Google Shape;9156;p2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507875" y="595300"/>
            <a:ext cx="3905250" cy="4257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60" name="Shape 9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1" name="Google Shape;9161;p29"/>
          <p:cNvSpPr txBox="1"/>
          <p:nvPr>
            <p:ph idx="4294967295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8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9162" name="Google Shape;9162;p29"/>
          <p:cNvSpPr txBox="1"/>
          <p:nvPr>
            <p:ph type="title"/>
          </p:nvPr>
        </p:nvSpPr>
        <p:spPr>
          <a:xfrm>
            <a:off x="4846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 sz="2500"/>
              <a:t>Corba de dissociació de l’Hemoglobina</a:t>
            </a:r>
            <a:endParaRPr sz="2400"/>
          </a:p>
        </p:txBody>
      </p:sp>
      <p:pic>
        <p:nvPicPr>
          <p:cNvPr id="9163" name="Google Shape;9163;p29"/>
          <p:cNvPicPr preferRelativeResize="0"/>
          <p:nvPr/>
        </p:nvPicPr>
        <p:blipFill rotWithShape="1">
          <a:blip r:embed="rId3">
            <a:alphaModFix/>
          </a:blip>
          <a:srcRect b="3461" l="0" r="5481" t="5412"/>
          <a:stretch/>
        </p:blipFill>
        <p:spPr>
          <a:xfrm>
            <a:off x="1462100" y="1268850"/>
            <a:ext cx="5311500" cy="3572449"/>
          </a:xfrm>
          <a:prstGeom prst="rect">
            <a:avLst/>
          </a:prstGeom>
          <a:noFill/>
          <a:ln>
            <a:noFill/>
          </a:ln>
        </p:spPr>
      </p:pic>
      <p:pic>
        <p:nvPicPr>
          <p:cNvPr id="9164" name="Google Shape;9164;p2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145553" y="0"/>
            <a:ext cx="1940943" cy="51434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68" name="Shape 9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9" name="Google Shape;9169;p30"/>
          <p:cNvSpPr txBox="1"/>
          <p:nvPr>
            <p:ph idx="1" type="body"/>
          </p:nvPr>
        </p:nvSpPr>
        <p:spPr>
          <a:xfrm>
            <a:off x="713225" y="1228675"/>
            <a:ext cx="36780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b="1" lang="ca"/>
              <a:t>Observa la gràfica i descriu:</a:t>
            </a:r>
            <a:endParaRPr b="1"/>
          </a:p>
          <a:p>
            <a:pPr indent="-330200" lvl="0" marL="45720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Char char="●"/>
            </a:pPr>
            <a:r>
              <a:rPr lang="ca"/>
              <a:t>Com influeix el pH en l'afinitat de l'hemoglobina per l'oxigen?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ca"/>
              <a:t>Quin és el pH de la sang?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ca"/>
              <a:t>En quines condicions pot veure's alterat?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10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/>
          </a:p>
        </p:txBody>
      </p:sp>
      <p:sp>
        <p:nvSpPr>
          <p:cNvPr id="9170" name="Google Shape;9170;p30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pic>
        <p:nvPicPr>
          <p:cNvPr id="9171" name="Google Shape;9171;p3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157663" y="376238"/>
            <a:ext cx="4943475" cy="4695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75" name="Shape 9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76" name="Google Shape;9176;g54305c44498d88b9_0"/>
          <p:cNvPicPr preferRelativeResize="0"/>
          <p:nvPr/>
        </p:nvPicPr>
        <p:blipFill rotWithShape="1">
          <a:blip r:embed="rId3">
            <a:alphaModFix/>
          </a:blip>
          <a:srcRect b="0" l="0" r="1497" t="0"/>
          <a:stretch/>
        </p:blipFill>
        <p:spPr>
          <a:xfrm>
            <a:off x="3922001" y="965151"/>
            <a:ext cx="3895550" cy="3213200"/>
          </a:xfrm>
          <a:prstGeom prst="rect">
            <a:avLst/>
          </a:prstGeom>
          <a:noFill/>
          <a:ln>
            <a:noFill/>
          </a:ln>
        </p:spPr>
      </p:pic>
      <p:sp>
        <p:nvSpPr>
          <p:cNvPr id="9177" name="Google Shape;9177;g54305c44498d88b9_0"/>
          <p:cNvSpPr txBox="1"/>
          <p:nvPr/>
        </p:nvSpPr>
        <p:spPr>
          <a:xfrm>
            <a:off x="922003" y="847950"/>
            <a:ext cx="3000000" cy="39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ca" sz="1800"/>
              <a:t>L'</a:t>
            </a:r>
            <a:r>
              <a:rPr b="1" lang="ca" sz="1800"/>
              <a:t>hemoglobina</a:t>
            </a:r>
            <a:r>
              <a:rPr lang="ca" sz="1800"/>
              <a:t> és més eficient per al </a:t>
            </a:r>
            <a:r>
              <a:rPr b="1" lang="ca" sz="1800"/>
              <a:t>transport</a:t>
            </a:r>
            <a:r>
              <a:rPr lang="ca" sz="1800"/>
              <a:t> perquè la seva estructura li permet captar molt oxigen als pulmons i alliberar-lo fàcilment als teixits. La mioglobina és més eficient per a l'</a:t>
            </a:r>
            <a:r>
              <a:rPr b="1" lang="ca" sz="1800"/>
              <a:t>emmagatzematge</a:t>
            </a:r>
            <a:r>
              <a:rPr lang="ca" sz="1800"/>
              <a:t> al múscul, ja que té tanta afinitat que no allibera l'oxigen fins que les reserves són mínimes.</a:t>
            </a:r>
            <a:endParaRPr sz="180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1" name="Shape 9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2" name="Google Shape;9182;p31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ca" sz="1800"/>
              <a:t>Quan els dos ronyons fallen podem desenvolupar una anèmia o falta d'eritròcits. Investiga a què es deu.</a:t>
            </a:r>
            <a:endParaRPr sz="1800"/>
          </a:p>
          <a:p>
            <a:pPr indent="-34290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●"/>
            </a:pPr>
            <a:r>
              <a:rPr lang="ca" sz="1800"/>
              <a:t>Quins factors determinen la producció d’eritròcits?</a:t>
            </a:r>
            <a:endParaRPr sz="1800"/>
          </a:p>
          <a:p>
            <a:pPr indent="0" lvl="0" marL="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 b="1"/>
          </a:p>
        </p:txBody>
      </p:sp>
      <p:sp>
        <p:nvSpPr>
          <p:cNvPr id="9183" name="Google Shape;9183;p31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Eritropoesi</a:t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7" name="Shape 9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8" name="Google Shape;9188;p32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ca" sz="1800"/>
              <a:t>Quan els dos ronyons fallen podem desenvolupar una anèmia o falta d'eritròcits. Investiga a què es deu.</a:t>
            </a:r>
            <a:endParaRPr sz="1800"/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rPr lang="ca" sz="1800"/>
              <a:t>Eritropoetina, hormona sintetitzada als ronyons que impulsa la producció d’eritròcits a la medul·la òssia. </a:t>
            </a:r>
            <a:endParaRPr sz="1800"/>
          </a:p>
          <a:p>
            <a:pPr indent="-34290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●"/>
            </a:pPr>
            <a:r>
              <a:rPr lang="ca" sz="1800"/>
              <a:t>Quins factors determinen la producció d’eritròcits?</a:t>
            </a:r>
            <a:endParaRPr sz="1800"/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rPr lang="ca" sz="1800"/>
              <a:t>Eritropoetina, ferro, vitamina B12, àcid fòlic </a:t>
            </a:r>
            <a:endParaRPr sz="1800"/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rPr lang="ca" sz="1800"/>
              <a:t>Altitud (baixa pressió d’oxigen) </a:t>
            </a:r>
            <a:endParaRPr sz="1800"/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800"/>
          </a:p>
          <a:p>
            <a:pPr indent="0" lvl="0" marL="45720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800"/>
          </a:p>
          <a:p>
            <a:pPr indent="0" lvl="0" marL="0" rt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 b="1"/>
          </a:p>
        </p:txBody>
      </p:sp>
      <p:sp>
        <p:nvSpPr>
          <p:cNvPr id="9189" name="Google Shape;9189;p32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Eritropoesi</a:t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93" name="Shape 9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4" name="Google Shape;9194;g3d20fe6655a_0_0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ca"/>
              <a:t>La resposta de l’orgamisme a l’altitud</a:t>
            </a:r>
            <a:endParaRPr/>
          </a:p>
        </p:txBody>
      </p:sp>
      <p:pic>
        <p:nvPicPr>
          <p:cNvPr id="9195" name="Google Shape;9195;g3d20fe6655a_0_0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7673" l="19351" r="19722" t="33166"/>
          <a:stretch/>
        </p:blipFill>
        <p:spPr>
          <a:xfrm>
            <a:off x="1868038" y="1759775"/>
            <a:ext cx="5407925" cy="2953676"/>
          </a:xfrm>
          <a:prstGeom prst="rect">
            <a:avLst/>
          </a:prstGeom>
          <a:noFill/>
          <a:ln>
            <a:noFill/>
          </a:ln>
        </p:spPr>
      </p:pic>
      <p:sp>
        <p:nvSpPr>
          <p:cNvPr id="9196" name="Google Shape;9196;g3d20fe6655a_0_0"/>
          <p:cNvSpPr txBox="1"/>
          <p:nvPr/>
        </p:nvSpPr>
        <p:spPr>
          <a:xfrm>
            <a:off x="7491750" y="4458825"/>
            <a:ext cx="1035600" cy="25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ca" sz="1100"/>
              <a:t>min 16.30-24</a:t>
            </a:r>
            <a:endParaRPr sz="1800">
              <a:solidFill>
                <a:schemeClr val="dk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00" name="Shape 9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1" name="Google Shape;9201;p33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La sang com a mitjà de transport de fàrmacs</a:t>
            </a:r>
            <a:endParaRPr/>
          </a:p>
        </p:txBody>
      </p:sp>
      <p:pic>
        <p:nvPicPr>
          <p:cNvPr id="9202" name="Google Shape;9202;p33"/>
          <p:cNvPicPr preferRelativeResize="0"/>
          <p:nvPr/>
        </p:nvPicPr>
        <p:blipFill rotWithShape="1">
          <a:blip r:embed="rId3">
            <a:alphaModFix/>
          </a:blip>
          <a:srcRect b="0" l="2100" r="-2100" t="0"/>
          <a:stretch/>
        </p:blipFill>
        <p:spPr>
          <a:xfrm>
            <a:off x="5740550" y="1277039"/>
            <a:ext cx="3620136" cy="3620136"/>
          </a:xfrm>
          <a:prstGeom prst="rect">
            <a:avLst/>
          </a:prstGeom>
          <a:noFill/>
          <a:ln>
            <a:noFill/>
          </a:ln>
        </p:spPr>
      </p:pic>
      <p:sp>
        <p:nvSpPr>
          <p:cNvPr id="9203" name="Google Shape;9203;p33"/>
          <p:cNvSpPr txBox="1"/>
          <p:nvPr/>
        </p:nvSpPr>
        <p:spPr>
          <a:xfrm>
            <a:off x="868100" y="1773475"/>
            <a:ext cx="4980600" cy="23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Vies d’administració de fàrmacs:</a:t>
            </a:r>
            <a:endParaRPr b="1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Orals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comprimits.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Tòpics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pomades.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Òtics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gotes pels ulls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Intravenosos 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o </a:t>
            </a: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intramusculars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vials.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Intradèrmics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insulina.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01625" lvl="0" marL="6985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50"/>
              <a:buFont typeface="Roboto"/>
              <a:buChar char="●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Rectals 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o </a:t>
            </a: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vaginals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: supositoris o òvuls.</a:t>
            </a:r>
            <a:endParaRPr b="0" i="0" sz="1150" u="none" cap="none" strike="noStrike">
              <a:solidFill>
                <a:srgbClr val="666666"/>
              </a:solidFill>
              <a:highlight>
                <a:srgbClr val="FFFFFF"/>
              </a:highlight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07" name="Shape 9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8" name="Google Shape;9208;p34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pic>
        <p:nvPicPr>
          <p:cNvPr id="9209" name="Google Shape;9209;p3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202025" y="110975"/>
            <a:ext cx="3136924" cy="49563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13" name="Shape 9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4" name="Google Shape;9214;p35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pic>
        <p:nvPicPr>
          <p:cNvPr id="9215" name="Google Shape;9215;p3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202025" y="110975"/>
            <a:ext cx="3136924" cy="4956324"/>
          </a:xfrm>
          <a:prstGeom prst="rect">
            <a:avLst/>
          </a:prstGeom>
          <a:noFill/>
          <a:ln>
            <a:noFill/>
          </a:ln>
        </p:spPr>
      </p:pic>
      <p:sp>
        <p:nvSpPr>
          <p:cNvPr id="9216" name="Google Shape;9216;p35"/>
          <p:cNvSpPr txBox="1"/>
          <p:nvPr/>
        </p:nvSpPr>
        <p:spPr>
          <a:xfrm>
            <a:off x="4441750" y="1478275"/>
            <a:ext cx="4980600" cy="26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Components d’un medicament:</a:t>
            </a:r>
            <a:endParaRPr b="1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36550" lvl="0" marL="457200" marR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Karla"/>
              <a:buChar char="-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Principi actiu: 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constituent d'un medicament responsable de les seves propietats medicinals.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3655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Karla"/>
              <a:buChar char="-"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Excipient: </a:t>
            </a:r>
            <a:r>
              <a:rPr b="0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substàncies sense cap efecte terapèutic que faciliten la conservació  i l’alliberament de les substàncies medicinals a l’organisme.</a:t>
            </a:r>
            <a:endParaRPr b="0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20" name="Shape 9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1" name="Google Shape;9221;p36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La sang com a mitjà de transport de fàrmacs</a:t>
            </a:r>
            <a:endParaRPr/>
          </a:p>
        </p:txBody>
      </p:sp>
      <p:pic>
        <p:nvPicPr>
          <p:cNvPr id="9222" name="Google Shape;9222;p3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52400" y="2209164"/>
            <a:ext cx="8839202" cy="2284215"/>
          </a:xfrm>
          <a:prstGeom prst="rect">
            <a:avLst/>
          </a:prstGeom>
          <a:noFill/>
          <a:ln>
            <a:noFill/>
          </a:ln>
        </p:spPr>
      </p:pic>
      <p:sp>
        <p:nvSpPr>
          <p:cNvPr id="9223" name="Google Shape;9223;p36"/>
          <p:cNvSpPr txBox="1"/>
          <p:nvPr/>
        </p:nvSpPr>
        <p:spPr>
          <a:xfrm>
            <a:off x="1081975" y="1647900"/>
            <a:ext cx="5532000" cy="44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Prospecte de l’ibuprofèn:</a:t>
            </a:r>
            <a:endParaRPr b="1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27" name="Shape 9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8" name="Google Shape;9228;p37"/>
          <p:cNvPicPr preferRelativeResize="0"/>
          <p:nvPr/>
        </p:nvPicPr>
        <p:blipFill rotWithShape="1">
          <a:blip r:embed="rId3">
            <a:alphaModFix/>
          </a:blip>
          <a:srcRect b="39741" l="10359" r="14614" t="17675"/>
          <a:stretch/>
        </p:blipFill>
        <p:spPr>
          <a:xfrm>
            <a:off x="524250" y="837575"/>
            <a:ext cx="4761923" cy="279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9229" name="Google Shape;9229;p37"/>
          <p:cNvPicPr preferRelativeResize="0"/>
          <p:nvPr/>
        </p:nvPicPr>
        <p:blipFill rotWithShape="1">
          <a:blip r:embed="rId3">
            <a:alphaModFix/>
          </a:blip>
          <a:srcRect b="12650" l="9023" r="12098" t="64871"/>
          <a:stretch/>
        </p:blipFill>
        <p:spPr>
          <a:xfrm>
            <a:off x="3488000" y="3427425"/>
            <a:ext cx="5317052" cy="1564999"/>
          </a:xfrm>
          <a:prstGeom prst="rect">
            <a:avLst/>
          </a:prstGeom>
          <a:noFill/>
          <a:ln>
            <a:noFill/>
          </a:ln>
        </p:spPr>
      </p:pic>
      <p:sp>
        <p:nvSpPr>
          <p:cNvPr id="9230" name="Google Shape;9230;p37"/>
          <p:cNvSpPr txBox="1"/>
          <p:nvPr/>
        </p:nvSpPr>
        <p:spPr>
          <a:xfrm>
            <a:off x="476075" y="391175"/>
            <a:ext cx="5148600" cy="44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Transport, metabolització i excreció:</a:t>
            </a:r>
            <a:endParaRPr b="1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231" name="Google Shape;9231;p37"/>
          <p:cNvSpPr txBox="1"/>
          <p:nvPr/>
        </p:nvSpPr>
        <p:spPr>
          <a:xfrm>
            <a:off x="4419600" y="2787900"/>
            <a:ext cx="5148600" cy="44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b="1" i="0" lang="ca" sz="17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Càlcul de la dosi:</a:t>
            </a:r>
            <a:endParaRPr b="1" i="0" sz="17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pic>
        <p:nvPicPr>
          <p:cNvPr id="9232" name="Google Shape;9232;p3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362050" y="1460000"/>
            <a:ext cx="2824000" cy="1710750"/>
          </a:xfrm>
          <a:prstGeom prst="rect">
            <a:avLst/>
          </a:prstGeom>
          <a:noFill/>
          <a:ln>
            <a:noFill/>
          </a:ln>
        </p:spPr>
      </p:pic>
      <p:sp>
        <p:nvSpPr>
          <p:cNvPr id="9233" name="Google Shape;9233;p37"/>
          <p:cNvSpPr/>
          <p:nvPr/>
        </p:nvSpPr>
        <p:spPr>
          <a:xfrm>
            <a:off x="8506475" y="3322850"/>
            <a:ext cx="320400" cy="446400"/>
          </a:xfrm>
          <a:prstGeom prst="bentUpArrow">
            <a:avLst>
              <a:gd fmla="val 25000" name="adj1"/>
              <a:gd fmla="val 25000" name="adj2"/>
              <a:gd fmla="val 25000" name="adj3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37" name="Shape 9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8" name="Google Shape;9238;p38"/>
          <p:cNvSpPr txBox="1"/>
          <p:nvPr>
            <p:ph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La sang com a mitjà de transport de fàrmacs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pic>
        <p:nvPicPr>
          <p:cNvPr id="9239" name="Google Shape;9239;p3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713225" y="1328139"/>
            <a:ext cx="7252712" cy="3620136"/>
          </a:xfrm>
          <a:prstGeom prst="rect">
            <a:avLst/>
          </a:prstGeom>
          <a:noFill/>
          <a:ln>
            <a:noFill/>
          </a:ln>
        </p:spPr>
      </p:pic>
      <p:sp>
        <p:nvSpPr>
          <p:cNvPr id="9240" name="Google Shape;9240;p38"/>
          <p:cNvSpPr txBox="1"/>
          <p:nvPr/>
        </p:nvSpPr>
        <p:spPr>
          <a:xfrm>
            <a:off x="5100775" y="2477725"/>
            <a:ext cx="3960900" cy="2647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"/>
              <a:buAutoNum type="alphaLcParenR"/>
            </a:pPr>
            <a:r>
              <a:rPr b="0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Interpreta el gràfic. </a:t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"/>
              <a:buAutoNum type="alphaLcParenR"/>
            </a:pPr>
            <a:r>
              <a:rPr b="0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Quina fase es representa, la farmacèutica, la farmacocinètica o la farmacodinàmica.</a:t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rla"/>
              <a:buAutoNum type="alphaLcParenR"/>
            </a:pPr>
            <a:r>
              <a:rPr b="0" i="0" lang="ca" sz="1600" u="none" cap="none" strike="noStrike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Per què és necessari repetir la dosi d'antibiòtic en els terminis prescrits en cada pas? </a:t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44" name="Shape 9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5" name="Google Shape;9245;p39"/>
          <p:cNvSpPr txBox="1"/>
          <p:nvPr>
            <p:ph idx="4294967295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Funcions de la sang</a:t>
            </a:r>
            <a:endParaRPr/>
          </a:p>
        </p:txBody>
      </p:sp>
      <p:cxnSp>
        <p:nvCxnSpPr>
          <p:cNvPr id="9246" name="Google Shape;9246;p39"/>
          <p:cNvCxnSpPr/>
          <p:nvPr/>
        </p:nvCxnSpPr>
        <p:spPr>
          <a:xfrm>
            <a:off x="1144900" y="2178700"/>
            <a:ext cx="6854100" cy="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9247" name="Google Shape;9247;p39"/>
          <p:cNvCxnSpPr/>
          <p:nvPr/>
        </p:nvCxnSpPr>
        <p:spPr>
          <a:xfrm>
            <a:off x="21127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248" name="Google Shape;9248;p39"/>
          <p:cNvCxnSpPr/>
          <p:nvPr/>
        </p:nvCxnSpPr>
        <p:spPr>
          <a:xfrm>
            <a:off x="45720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249" name="Google Shape;9249;p39"/>
          <p:cNvCxnSpPr/>
          <p:nvPr/>
        </p:nvCxnSpPr>
        <p:spPr>
          <a:xfrm>
            <a:off x="70313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sp>
        <p:nvSpPr>
          <p:cNvPr id="9250" name="Google Shape;9250;p39"/>
          <p:cNvSpPr/>
          <p:nvPr/>
        </p:nvSpPr>
        <p:spPr>
          <a:xfrm>
            <a:off x="6739291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1" name="Google Shape;9251;p39"/>
          <p:cNvSpPr/>
          <p:nvPr/>
        </p:nvSpPr>
        <p:spPr>
          <a:xfrm>
            <a:off x="4280154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2" name="Google Shape;9252;p39"/>
          <p:cNvSpPr/>
          <p:nvPr/>
        </p:nvSpPr>
        <p:spPr>
          <a:xfrm>
            <a:off x="1820866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3" name="Google Shape;9253;p39"/>
          <p:cNvSpPr txBox="1"/>
          <p:nvPr/>
        </p:nvSpPr>
        <p:spPr>
          <a:xfrm>
            <a:off x="1820800" y="188605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1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4" name="Google Shape;9254;p39"/>
          <p:cNvSpPr txBox="1"/>
          <p:nvPr/>
        </p:nvSpPr>
        <p:spPr>
          <a:xfrm>
            <a:off x="4280050" y="18861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2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5" name="Google Shape;9255;p39"/>
          <p:cNvSpPr txBox="1"/>
          <p:nvPr/>
        </p:nvSpPr>
        <p:spPr>
          <a:xfrm>
            <a:off x="6739301" y="18862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3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6" name="Google Shape;9256;p39"/>
          <p:cNvSpPr txBox="1"/>
          <p:nvPr/>
        </p:nvSpPr>
        <p:spPr>
          <a:xfrm>
            <a:off x="118886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Transport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7" name="Google Shape;9257;p39"/>
          <p:cNvSpPr txBox="1"/>
          <p:nvPr/>
        </p:nvSpPr>
        <p:spPr>
          <a:xfrm>
            <a:off x="364811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Regulació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8" name="Google Shape;9258;p39"/>
          <p:cNvSpPr txBox="1"/>
          <p:nvPr/>
        </p:nvSpPr>
        <p:spPr>
          <a:xfrm>
            <a:off x="6107362" y="2810638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Protecció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59" name="Google Shape;9259;p39"/>
          <p:cNvSpPr txBox="1"/>
          <p:nvPr/>
        </p:nvSpPr>
        <p:spPr>
          <a:xfrm>
            <a:off x="1188850" y="3272265"/>
            <a:ext cx="1847700" cy="145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 nutrients, hormones, gasos, substàncies de rebuig... entre diferents texits i òrgans.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260" name="Google Shape;9260;p39"/>
          <p:cNvSpPr txBox="1"/>
          <p:nvPr/>
        </p:nvSpPr>
        <p:spPr>
          <a:xfrm>
            <a:off x="3301400" y="3105850"/>
            <a:ext cx="2474100" cy="87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ajudant a mantenir l'homeòstasi: regula el pH i la temperatura.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261" name="Google Shape;9261;p39"/>
          <p:cNvSpPr txBox="1"/>
          <p:nvPr/>
        </p:nvSpPr>
        <p:spPr>
          <a:xfrm>
            <a:off x="5802650" y="3535025"/>
            <a:ext cx="2474100" cy="121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pot coagular-se evitant la pèrdua de sang excessiva a causa d’una ferida. Les seves cèl·lules i proteïnes sanguínies ens protegeixen de malalties. 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65" name="Shape 9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6" name="Google Shape;9266;p40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65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Char char="-"/>
            </a:pPr>
            <a:r>
              <a:t/>
            </a:r>
            <a:endParaRPr b="1" sz="1700"/>
          </a:p>
        </p:txBody>
      </p:sp>
      <p:sp>
        <p:nvSpPr>
          <p:cNvPr id="9267" name="Google Shape;9267;p40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Regulació - Homeòstasi</a:t>
            </a:r>
            <a:endParaRPr/>
          </a:p>
        </p:txBody>
      </p:sp>
      <p:pic>
        <p:nvPicPr>
          <p:cNvPr id="9268" name="Google Shape;9268;p40"/>
          <p:cNvPicPr preferRelativeResize="0"/>
          <p:nvPr/>
        </p:nvPicPr>
        <p:blipFill rotWithShape="1">
          <a:blip r:embed="rId3">
            <a:alphaModFix/>
          </a:blip>
          <a:srcRect b="8359" l="0" r="0" t="14084"/>
          <a:stretch/>
        </p:blipFill>
        <p:spPr>
          <a:xfrm>
            <a:off x="1907175" y="1105475"/>
            <a:ext cx="4872452" cy="3989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72" name="Shape 9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3" name="Google Shape;9273;p41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700"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ca" sz="1700"/>
              <a:t>Regulació de la temperatura:</a:t>
            </a:r>
            <a:endParaRPr sz="1700"/>
          </a:p>
          <a:p>
            <a:pPr indent="-336550" lvl="0" marL="45720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700"/>
              <a:buChar char="-"/>
            </a:pPr>
            <a:r>
              <a:rPr b="1" lang="ca" sz="1700"/>
              <a:t>Vasoconstricció</a:t>
            </a:r>
            <a:endParaRPr b="1" sz="1700"/>
          </a:p>
          <a:p>
            <a:pPr indent="-3365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Char char="-"/>
            </a:pPr>
            <a:r>
              <a:rPr b="1" lang="ca" sz="1700"/>
              <a:t>Vasodilatació</a:t>
            </a:r>
            <a:endParaRPr b="1" sz="1700"/>
          </a:p>
        </p:txBody>
      </p:sp>
      <p:sp>
        <p:nvSpPr>
          <p:cNvPr id="9274" name="Google Shape;9274;p41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Homeòstasi</a:t>
            </a:r>
            <a:endParaRPr/>
          </a:p>
        </p:txBody>
      </p:sp>
      <p:pic>
        <p:nvPicPr>
          <p:cNvPr id="9275" name="Google Shape;9275;p41"/>
          <p:cNvPicPr preferRelativeResize="0"/>
          <p:nvPr/>
        </p:nvPicPr>
        <p:blipFill rotWithShape="1">
          <a:blip r:embed="rId3">
            <a:alphaModFix/>
          </a:blip>
          <a:srcRect b="29532" l="0" r="0" t="0"/>
          <a:stretch/>
        </p:blipFill>
        <p:spPr>
          <a:xfrm>
            <a:off x="4189300" y="627875"/>
            <a:ext cx="3674749" cy="36245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79" name="Shape 9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0" name="Google Shape;9280;p42"/>
          <p:cNvSpPr txBox="1"/>
          <p:nvPr>
            <p:ph idx="4294967295" type="title"/>
          </p:nvPr>
        </p:nvSpPr>
        <p:spPr>
          <a:xfrm>
            <a:off x="713225" y="512064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Funcions de la sang</a:t>
            </a:r>
            <a:endParaRPr/>
          </a:p>
        </p:txBody>
      </p:sp>
      <p:cxnSp>
        <p:nvCxnSpPr>
          <p:cNvPr id="9281" name="Google Shape;9281;p42"/>
          <p:cNvCxnSpPr/>
          <p:nvPr/>
        </p:nvCxnSpPr>
        <p:spPr>
          <a:xfrm>
            <a:off x="1144900" y="2178700"/>
            <a:ext cx="6854100" cy="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9282" name="Google Shape;9282;p42"/>
          <p:cNvCxnSpPr/>
          <p:nvPr/>
        </p:nvCxnSpPr>
        <p:spPr>
          <a:xfrm>
            <a:off x="21127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283" name="Google Shape;9283;p42"/>
          <p:cNvCxnSpPr/>
          <p:nvPr/>
        </p:nvCxnSpPr>
        <p:spPr>
          <a:xfrm>
            <a:off x="45720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cxnSp>
        <p:nvCxnSpPr>
          <p:cNvPr id="9284" name="Google Shape;9284;p42"/>
          <p:cNvCxnSpPr/>
          <p:nvPr/>
        </p:nvCxnSpPr>
        <p:spPr>
          <a:xfrm>
            <a:off x="7031300" y="2178700"/>
            <a:ext cx="0" cy="471900"/>
          </a:xfrm>
          <a:prstGeom prst="straightConnector1">
            <a:avLst/>
          </a:prstGeom>
          <a:noFill/>
          <a:ln cap="flat" cmpd="sng" w="19050">
            <a:solidFill>
              <a:srgbClr val="AD2223"/>
            </a:solidFill>
            <a:prstDash val="solid"/>
            <a:round/>
            <a:headEnd len="sm" w="sm" type="none"/>
            <a:tailEnd len="med" w="med" type="oval"/>
          </a:ln>
        </p:spPr>
      </p:cxnSp>
      <p:sp>
        <p:nvSpPr>
          <p:cNvPr id="9285" name="Google Shape;9285;p42"/>
          <p:cNvSpPr/>
          <p:nvPr/>
        </p:nvSpPr>
        <p:spPr>
          <a:xfrm>
            <a:off x="6739291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6" name="Google Shape;9286;p42"/>
          <p:cNvSpPr/>
          <p:nvPr/>
        </p:nvSpPr>
        <p:spPr>
          <a:xfrm>
            <a:off x="4280154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7" name="Google Shape;9287;p42"/>
          <p:cNvSpPr/>
          <p:nvPr/>
        </p:nvSpPr>
        <p:spPr>
          <a:xfrm>
            <a:off x="1820866" y="1683175"/>
            <a:ext cx="583674" cy="755233"/>
          </a:xfrm>
          <a:custGeom>
            <a:rect b="b" l="l" r="r" t="t"/>
            <a:pathLst>
              <a:path extrusionOk="0" h="13649" w="10548">
                <a:moveTo>
                  <a:pt x="5258" y="1"/>
                </a:moveTo>
                <a:cubicBezTo>
                  <a:pt x="5107" y="92"/>
                  <a:pt x="4955" y="214"/>
                  <a:pt x="4833" y="305"/>
                </a:cubicBezTo>
                <a:cubicBezTo>
                  <a:pt x="4803" y="335"/>
                  <a:pt x="4803" y="335"/>
                  <a:pt x="4772" y="366"/>
                </a:cubicBezTo>
                <a:cubicBezTo>
                  <a:pt x="4681" y="457"/>
                  <a:pt x="4559" y="548"/>
                  <a:pt x="4468" y="639"/>
                </a:cubicBezTo>
                <a:cubicBezTo>
                  <a:pt x="3526" y="1460"/>
                  <a:pt x="2705" y="2341"/>
                  <a:pt x="2037" y="3253"/>
                </a:cubicBezTo>
                <a:cubicBezTo>
                  <a:pt x="1246" y="4347"/>
                  <a:pt x="669" y="5442"/>
                  <a:pt x="334" y="6566"/>
                </a:cubicBezTo>
                <a:cubicBezTo>
                  <a:pt x="152" y="7174"/>
                  <a:pt x="61" y="7782"/>
                  <a:pt x="0" y="8390"/>
                </a:cubicBezTo>
                <a:cubicBezTo>
                  <a:pt x="0" y="8664"/>
                  <a:pt x="0" y="8998"/>
                  <a:pt x="30" y="9302"/>
                </a:cubicBezTo>
                <a:cubicBezTo>
                  <a:pt x="61" y="9636"/>
                  <a:pt x="91" y="9940"/>
                  <a:pt x="152" y="10214"/>
                </a:cubicBezTo>
                <a:cubicBezTo>
                  <a:pt x="274" y="10731"/>
                  <a:pt x="486" y="11217"/>
                  <a:pt x="790" y="11642"/>
                </a:cubicBezTo>
                <a:cubicBezTo>
                  <a:pt x="1064" y="12038"/>
                  <a:pt x="1429" y="12372"/>
                  <a:pt x="1854" y="12676"/>
                </a:cubicBezTo>
                <a:cubicBezTo>
                  <a:pt x="2310" y="13010"/>
                  <a:pt x="2888" y="13253"/>
                  <a:pt x="3526" y="13436"/>
                </a:cubicBezTo>
                <a:cubicBezTo>
                  <a:pt x="4073" y="13588"/>
                  <a:pt x="4651" y="13648"/>
                  <a:pt x="5289" y="13648"/>
                </a:cubicBezTo>
                <a:lnTo>
                  <a:pt x="5714" y="13648"/>
                </a:lnTo>
                <a:cubicBezTo>
                  <a:pt x="5775" y="13648"/>
                  <a:pt x="5836" y="13648"/>
                  <a:pt x="5927" y="13618"/>
                </a:cubicBezTo>
                <a:lnTo>
                  <a:pt x="6049" y="13618"/>
                </a:lnTo>
                <a:cubicBezTo>
                  <a:pt x="6383" y="13557"/>
                  <a:pt x="6717" y="13527"/>
                  <a:pt x="7021" y="13436"/>
                </a:cubicBezTo>
                <a:cubicBezTo>
                  <a:pt x="7660" y="13253"/>
                  <a:pt x="8207" y="13010"/>
                  <a:pt x="8693" y="12676"/>
                </a:cubicBezTo>
                <a:cubicBezTo>
                  <a:pt x="9119" y="12372"/>
                  <a:pt x="9453" y="12038"/>
                  <a:pt x="9727" y="11642"/>
                </a:cubicBezTo>
                <a:cubicBezTo>
                  <a:pt x="10031" y="11217"/>
                  <a:pt x="10243" y="10700"/>
                  <a:pt x="10365" y="10214"/>
                </a:cubicBezTo>
                <a:cubicBezTo>
                  <a:pt x="10426" y="9940"/>
                  <a:pt x="10487" y="9606"/>
                  <a:pt x="10517" y="9302"/>
                </a:cubicBezTo>
                <a:cubicBezTo>
                  <a:pt x="10547" y="8968"/>
                  <a:pt x="10547" y="8664"/>
                  <a:pt x="10517" y="8360"/>
                </a:cubicBezTo>
                <a:cubicBezTo>
                  <a:pt x="10487" y="7752"/>
                  <a:pt x="10365" y="7144"/>
                  <a:pt x="10213" y="6566"/>
                </a:cubicBezTo>
                <a:cubicBezTo>
                  <a:pt x="9879" y="5442"/>
                  <a:pt x="9301" y="4347"/>
                  <a:pt x="8511" y="3253"/>
                </a:cubicBezTo>
                <a:cubicBezTo>
                  <a:pt x="7842" y="2372"/>
                  <a:pt x="7082" y="1521"/>
                  <a:pt x="6231" y="761"/>
                </a:cubicBezTo>
                <a:cubicBezTo>
                  <a:pt x="6201" y="730"/>
                  <a:pt x="6140" y="700"/>
                  <a:pt x="6110" y="670"/>
                </a:cubicBezTo>
                <a:cubicBezTo>
                  <a:pt x="5927" y="518"/>
                  <a:pt x="5775" y="366"/>
                  <a:pt x="5593" y="214"/>
                </a:cubicBezTo>
                <a:lnTo>
                  <a:pt x="5502" y="183"/>
                </a:lnTo>
                <a:cubicBezTo>
                  <a:pt x="5441" y="122"/>
                  <a:pt x="5380" y="62"/>
                  <a:pt x="5289" y="31"/>
                </a:cubicBezTo>
                <a:cubicBezTo>
                  <a:pt x="5289" y="1"/>
                  <a:pt x="5258" y="1"/>
                  <a:pt x="5258" y="1"/>
                </a:cubicBezTo>
                <a:close/>
              </a:path>
            </a:pathLst>
          </a:custGeom>
          <a:solidFill>
            <a:srgbClr val="FB94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8" name="Google Shape;9288;p42"/>
          <p:cNvSpPr txBox="1"/>
          <p:nvPr/>
        </p:nvSpPr>
        <p:spPr>
          <a:xfrm>
            <a:off x="1820800" y="188605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1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89" name="Google Shape;9289;p42"/>
          <p:cNvSpPr txBox="1"/>
          <p:nvPr/>
        </p:nvSpPr>
        <p:spPr>
          <a:xfrm>
            <a:off x="4280050" y="18861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2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90" name="Google Shape;9290;p42"/>
          <p:cNvSpPr txBox="1"/>
          <p:nvPr/>
        </p:nvSpPr>
        <p:spPr>
          <a:xfrm>
            <a:off x="6739301" y="1886200"/>
            <a:ext cx="583800" cy="47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b="0" i="0" lang="ca" sz="3200" u="none" cap="none" strike="noStrike">
                <a:solidFill>
                  <a:srgbClr val="E84847"/>
                </a:solidFill>
                <a:latin typeface="Rubik Black"/>
                <a:ea typeface="Rubik Black"/>
                <a:cs typeface="Rubik Black"/>
                <a:sym typeface="Rubik Black"/>
              </a:rPr>
              <a:t>3</a:t>
            </a:r>
            <a:endParaRPr b="0" i="0" sz="3200" u="none" cap="none" strike="noStrike">
              <a:solidFill>
                <a:srgbClr val="E84847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91" name="Google Shape;9291;p42"/>
          <p:cNvSpPr txBox="1"/>
          <p:nvPr/>
        </p:nvSpPr>
        <p:spPr>
          <a:xfrm>
            <a:off x="118886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Transport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92" name="Google Shape;9292;p42"/>
          <p:cNvSpPr txBox="1"/>
          <p:nvPr/>
        </p:nvSpPr>
        <p:spPr>
          <a:xfrm>
            <a:off x="3648112" y="2810650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Regulació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93" name="Google Shape;9293;p42"/>
          <p:cNvSpPr txBox="1"/>
          <p:nvPr/>
        </p:nvSpPr>
        <p:spPr>
          <a:xfrm>
            <a:off x="6107362" y="2810638"/>
            <a:ext cx="1847700" cy="3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b="0" i="0" lang="ca" sz="2200" u="none" cap="none" strike="noStrike">
                <a:solidFill>
                  <a:srgbClr val="AD2223"/>
                </a:solidFill>
                <a:latin typeface="Rubik Black"/>
                <a:ea typeface="Rubik Black"/>
                <a:cs typeface="Rubik Black"/>
                <a:sym typeface="Rubik Black"/>
              </a:rPr>
              <a:t>Protecció</a:t>
            </a:r>
            <a:endParaRPr b="0" i="0" sz="2200" u="none" cap="none" strike="noStrike">
              <a:solidFill>
                <a:srgbClr val="AD2223"/>
              </a:solidFill>
              <a:latin typeface="Rubik Black"/>
              <a:ea typeface="Rubik Black"/>
              <a:cs typeface="Rubik Black"/>
              <a:sym typeface="Rubik Black"/>
            </a:endParaRPr>
          </a:p>
        </p:txBody>
      </p:sp>
      <p:sp>
        <p:nvSpPr>
          <p:cNvPr id="9294" name="Google Shape;9294;p42"/>
          <p:cNvSpPr txBox="1"/>
          <p:nvPr/>
        </p:nvSpPr>
        <p:spPr>
          <a:xfrm>
            <a:off x="1188850" y="3272265"/>
            <a:ext cx="1847700" cy="145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de nutrients, hormones, gasos, substàncies de rebuig... entre diferents texits i òrgans.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295" name="Google Shape;9295;p42"/>
          <p:cNvSpPr txBox="1"/>
          <p:nvPr/>
        </p:nvSpPr>
        <p:spPr>
          <a:xfrm>
            <a:off x="3301400" y="3105850"/>
            <a:ext cx="2474100" cy="87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ajudant a mantenir l'homeòstasi: regula el pH i la temperatura.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  <p:sp>
        <p:nvSpPr>
          <p:cNvPr id="9296" name="Google Shape;9296;p42"/>
          <p:cNvSpPr txBox="1"/>
          <p:nvPr/>
        </p:nvSpPr>
        <p:spPr>
          <a:xfrm>
            <a:off x="5802650" y="3535025"/>
            <a:ext cx="2474100" cy="121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b="0" i="0" lang="ca" sz="1600" u="none" cap="none" strike="noStrike">
                <a:solidFill>
                  <a:srgbClr val="6E0001"/>
                </a:solidFill>
                <a:latin typeface="Barlow Medium"/>
                <a:ea typeface="Barlow Medium"/>
                <a:cs typeface="Barlow Medium"/>
                <a:sym typeface="Barlow Medium"/>
              </a:rPr>
              <a:t>pot coagular-se evitant la pèrdua de sang excessiva a causa d’una ferida. Les seves cèl·lules i proteïnes sanguínies ens protegeixen de malalties.  </a:t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rgbClr val="6E0001"/>
              </a:solidFill>
              <a:latin typeface="Barlow Medium"/>
              <a:ea typeface="Barlow Medium"/>
              <a:cs typeface="Barlow Medium"/>
              <a:sym typeface="Barlow Medium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00" name="Shape 9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1" name="Google Shape;9301;p43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ca" sz="1700"/>
              <a:t>Transformació de la sang de </a:t>
            </a:r>
            <a:r>
              <a:rPr b="1" lang="ca" sz="1700"/>
              <a:t>fase líquida </a:t>
            </a:r>
            <a:r>
              <a:rPr lang="ca" sz="1700"/>
              <a:t>a </a:t>
            </a:r>
            <a:r>
              <a:rPr b="1" lang="ca" sz="1700"/>
              <a:t>fase sòlida (coàgul) </a:t>
            </a:r>
            <a:r>
              <a:rPr lang="ca" sz="1700"/>
              <a:t>per evitar o aturar una hemorràgia.  Intervenen:</a:t>
            </a:r>
            <a:endParaRPr sz="1700"/>
          </a:p>
          <a:p>
            <a:pPr indent="-342900" lvl="0" marL="540000" rtl="0" algn="l">
              <a:lnSpc>
                <a:spcPct val="200000"/>
              </a:lnSpc>
              <a:spcBef>
                <a:spcPts val="1200"/>
              </a:spcBef>
              <a:spcAft>
                <a:spcPts val="0"/>
              </a:spcAft>
              <a:buSzPts val="1800"/>
              <a:buChar char="-"/>
            </a:pPr>
            <a:r>
              <a:rPr b="1" lang="ca" sz="1800"/>
              <a:t>Plaquetes</a:t>
            </a:r>
            <a:endParaRPr b="1" sz="1800"/>
          </a:p>
          <a:p>
            <a:pPr indent="-342900" lvl="0" marL="5400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b="1" lang="ca" sz="1800"/>
              <a:t>Factors de coagulació</a:t>
            </a:r>
            <a:endParaRPr b="1" sz="1800"/>
          </a:p>
          <a:p>
            <a:pPr indent="-342900" lvl="0" marL="5400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b="1" lang="ca" sz="1800"/>
              <a:t>Protrombina (inactiva )</a:t>
            </a:r>
            <a:endParaRPr b="1" sz="1800"/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ca" sz="1800"/>
              <a:t> </a:t>
            </a:r>
            <a:r>
              <a:rPr lang="ca" sz="1800"/>
              <a:t>--&gt; </a:t>
            </a:r>
            <a:r>
              <a:rPr b="1" lang="ca" sz="1800"/>
              <a:t>trombina (activa) </a:t>
            </a:r>
            <a:endParaRPr b="1" sz="1800"/>
          </a:p>
          <a:p>
            <a:pPr indent="-342900" lvl="0" marL="540000" marR="2588682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b="1" lang="ca" sz="1800"/>
              <a:t>Fibrinogen, </a:t>
            </a:r>
            <a:r>
              <a:rPr lang="ca" sz="1800"/>
              <a:t>proteïna soluble</a:t>
            </a:r>
            <a:endParaRPr sz="1800"/>
          </a:p>
          <a:p>
            <a:pPr indent="0" lvl="0" marL="457200" marR="2588681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ca" sz="1800"/>
              <a:t> (</a:t>
            </a:r>
            <a:r>
              <a:rPr lang="ca" sz="1800"/>
              <a:t>--&gt; </a:t>
            </a:r>
            <a:r>
              <a:rPr b="1" lang="ca" sz="1800"/>
              <a:t>fibrina, </a:t>
            </a:r>
            <a:r>
              <a:rPr lang="ca" sz="1800"/>
              <a:t>proteïna insoluble</a:t>
            </a:r>
            <a:r>
              <a:rPr b="1" lang="ca" sz="1800"/>
              <a:t>)</a:t>
            </a:r>
            <a:endParaRPr b="1" sz="1800"/>
          </a:p>
        </p:txBody>
      </p:sp>
      <p:sp>
        <p:nvSpPr>
          <p:cNvPr id="9302" name="Google Shape;9302;p43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Protecció - Coagulació</a:t>
            </a:r>
            <a:endParaRPr/>
          </a:p>
        </p:txBody>
      </p:sp>
      <p:pic>
        <p:nvPicPr>
          <p:cNvPr descr="Procesos de la Coagulación | boehringer-ingelheim.mx" id="9303" name="Google Shape;9303;p4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877625" y="1683300"/>
            <a:ext cx="1628650" cy="3307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07" name="Shape 9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8" name="Google Shape;9308;p44"/>
          <p:cNvSpPr txBox="1"/>
          <p:nvPr>
            <p:ph idx="1" type="body"/>
          </p:nvPr>
        </p:nvSpPr>
        <p:spPr>
          <a:xfrm>
            <a:off x="713225" y="1228675"/>
            <a:ext cx="6288000" cy="35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just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800"/>
              <a:buChar char="-"/>
            </a:pPr>
            <a:r>
              <a:rPr b="1" lang="ca" sz="1700"/>
              <a:t>Espasme vascular:</a:t>
            </a:r>
            <a:r>
              <a:rPr lang="ca" sz="1700"/>
              <a:t> el vas es contrau, reduint la sortida de sang.</a:t>
            </a:r>
            <a:endParaRPr sz="1700"/>
          </a:p>
          <a:p>
            <a:pPr indent="-342900" lvl="0" marL="457200" rtl="0" algn="just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800"/>
              <a:buChar char="-"/>
            </a:pPr>
            <a:r>
              <a:rPr b="1" lang="ca" sz="1700"/>
              <a:t>Formació del tap plaquetari: </a:t>
            </a:r>
            <a:r>
              <a:rPr lang="ca" sz="1700"/>
              <a:t>agregació de plaquetes formant un trombe i després un tap plaquetari. </a:t>
            </a:r>
            <a:endParaRPr sz="1700"/>
          </a:p>
          <a:p>
            <a:pPr indent="-342900" lvl="0" marL="457200" rtl="0" algn="just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800"/>
              <a:buChar char="-"/>
            </a:pPr>
            <a:r>
              <a:rPr b="1" lang="ca" sz="1700"/>
              <a:t>Formació del coàgul sanguini: </a:t>
            </a:r>
            <a:r>
              <a:rPr lang="ca" sz="1700"/>
              <a:t>la protrombina passa a trombina, l</a:t>
            </a:r>
            <a:r>
              <a:rPr lang="ca" sz="1700"/>
              <a:t>a qual activa la transformació </a:t>
            </a:r>
            <a:r>
              <a:rPr lang="ca" sz="1700"/>
              <a:t>el fibrinogen a fibrina que polimeritza en fibril·les, englobant eritròcits i plaquetes, formant un coàgul gelatinós.</a:t>
            </a:r>
            <a:endParaRPr sz="1700"/>
          </a:p>
          <a:p>
            <a:pPr indent="-342900" lvl="0" marL="457200" marR="980785" rtl="0" algn="just">
              <a:lnSpc>
                <a:spcPct val="115000"/>
              </a:lnSpc>
              <a:spcBef>
                <a:spcPts val="1000"/>
              </a:spcBef>
              <a:spcAft>
                <a:spcPts val="1200"/>
              </a:spcAft>
              <a:buSzPts val="1800"/>
              <a:buChar char="-"/>
            </a:pPr>
            <a:r>
              <a:rPr b="1" lang="ca" sz="1700"/>
              <a:t>Creixement del teixit fibrós:</a:t>
            </a:r>
            <a:r>
              <a:rPr lang="ca" sz="1700"/>
              <a:t> retracció del coàgul per tancar el forat permanentment.</a:t>
            </a:r>
            <a:endParaRPr sz="1700"/>
          </a:p>
        </p:txBody>
      </p:sp>
      <p:sp>
        <p:nvSpPr>
          <p:cNvPr id="9309" name="Google Shape;9309;p44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Fases de la coagulació</a:t>
            </a:r>
            <a:endParaRPr/>
          </a:p>
        </p:txBody>
      </p:sp>
      <p:pic>
        <p:nvPicPr>
          <p:cNvPr descr="Procesos de la Coagulación | boehringer-ingelheim.mx" id="9310" name="Google Shape;9310;p44"/>
          <p:cNvPicPr preferRelativeResize="0"/>
          <p:nvPr/>
        </p:nvPicPr>
        <p:blipFill rotWithShape="1">
          <a:blip r:embed="rId3">
            <a:alphaModFix/>
          </a:blip>
          <a:srcRect b="0" l="6323" r="0" t="0"/>
          <a:stretch/>
        </p:blipFill>
        <p:spPr>
          <a:xfrm>
            <a:off x="7323725" y="944025"/>
            <a:ext cx="1820275" cy="3946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14" name="Shape 9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5" name="Google Shape;9315;p45"/>
          <p:cNvSpPr txBox="1"/>
          <p:nvPr>
            <p:ph idx="1" type="body"/>
          </p:nvPr>
        </p:nvSpPr>
        <p:spPr>
          <a:xfrm>
            <a:off x="713225" y="1228675"/>
            <a:ext cx="6288000" cy="35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457200" rtl="0" algn="just">
              <a:lnSpc>
                <a:spcPct val="115000"/>
              </a:lnSpc>
              <a:spcBef>
                <a:spcPts val="100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 sz="1700"/>
          </a:p>
        </p:txBody>
      </p:sp>
      <p:sp>
        <p:nvSpPr>
          <p:cNvPr id="9316" name="Google Shape;9316;p45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 u="sng">
                <a:solidFill>
                  <a:schemeClr val="hlink"/>
                </a:solidFill>
                <a:hlinkClick r:id="rId3"/>
              </a:rPr>
              <a:t>Cascada de coagulació</a:t>
            </a:r>
            <a:endParaRPr/>
          </a:p>
        </p:txBody>
      </p:sp>
      <p:pic>
        <p:nvPicPr>
          <p:cNvPr descr="Procesos de la Coagulación | boehringer-ingelheim.mx" id="9317" name="Google Shape;9317;p45"/>
          <p:cNvPicPr preferRelativeResize="0"/>
          <p:nvPr/>
        </p:nvPicPr>
        <p:blipFill rotWithShape="1">
          <a:blip r:embed="rId4">
            <a:alphaModFix/>
          </a:blip>
          <a:srcRect b="0" l="6323" r="0" t="0"/>
          <a:stretch/>
        </p:blipFill>
        <p:spPr>
          <a:xfrm>
            <a:off x="7323725" y="944025"/>
            <a:ext cx="1820275" cy="3946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318" name="Google Shape;9318;p45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157425" y="1465400"/>
            <a:ext cx="5074475" cy="3111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22" name="Shape 9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3" name="Google Shape;9323;p46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SzPts val="1600"/>
              <a:buNone/>
            </a:pPr>
            <a:r>
              <a:t/>
            </a:r>
            <a:endParaRPr b="1"/>
          </a:p>
        </p:txBody>
      </p:sp>
      <p:sp>
        <p:nvSpPr>
          <p:cNvPr id="9324" name="Google Shape;9324;p46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Protecció - Leucòcits</a:t>
            </a:r>
            <a:endParaRPr/>
          </a:p>
        </p:txBody>
      </p:sp>
      <p:pic>
        <p:nvPicPr>
          <p:cNvPr id="9325" name="Google Shape;9325;p4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26574" y="1152475"/>
            <a:ext cx="6117574" cy="39754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29" name="Shape 9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0" name="Google Shape;9330;p47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b="1" lang="ca" u="sng">
                <a:solidFill>
                  <a:schemeClr val="hlink"/>
                </a:solidFill>
                <a:hlinkClick r:id="rId3"/>
              </a:rPr>
              <a:t>Fagocitosi → neutròfils i </a:t>
            </a:r>
            <a:r>
              <a:rPr b="1" lang="ca"/>
              <a:t>macròfags </a:t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/>
          </a:p>
        </p:txBody>
      </p:sp>
      <p:sp>
        <p:nvSpPr>
          <p:cNvPr id="9331" name="Google Shape;9331;p47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Protecció - Leucòcits</a:t>
            </a:r>
            <a:endParaRPr/>
          </a:p>
        </p:txBody>
      </p:sp>
      <p:pic>
        <p:nvPicPr>
          <p:cNvPr id="9332" name="Google Shape;9332;p47"/>
          <p:cNvPicPr preferRelativeResize="0"/>
          <p:nvPr/>
        </p:nvPicPr>
        <p:blipFill rotWithShape="1">
          <a:blip r:embed="rId4">
            <a:alphaModFix/>
          </a:blip>
          <a:srcRect b="5357" l="7995" r="6034" t="18532"/>
          <a:stretch/>
        </p:blipFill>
        <p:spPr>
          <a:xfrm>
            <a:off x="4255825" y="1228675"/>
            <a:ext cx="4421874" cy="3914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36" name="Shape 9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7" name="Google Shape;9337;p48"/>
          <p:cNvSpPr txBox="1"/>
          <p:nvPr>
            <p:ph idx="1" type="body"/>
          </p:nvPr>
        </p:nvSpPr>
        <p:spPr>
          <a:xfrm>
            <a:off x="713225" y="1228675"/>
            <a:ext cx="7717500" cy="337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b="1" lang="ca" u="sng">
                <a:solidFill>
                  <a:schemeClr val="hlink"/>
                </a:solidFill>
                <a:hlinkClick r:id="rId3"/>
              </a:rPr>
              <a:t>Extravasació leucocitària</a:t>
            </a:r>
            <a:endParaRPr b="1"/>
          </a:p>
          <a:p>
            <a:pPr indent="0" lvl="0" marL="0" rtl="0" algn="l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600"/>
              <a:buNone/>
            </a:pPr>
            <a:r>
              <a:rPr lang="ca"/>
              <a:t>Diapedesi </a:t>
            </a:r>
            <a:endParaRPr/>
          </a:p>
        </p:txBody>
      </p:sp>
      <p:sp>
        <p:nvSpPr>
          <p:cNvPr id="9338" name="Google Shape;9338;p48"/>
          <p:cNvSpPr txBox="1"/>
          <p:nvPr>
            <p:ph type="title"/>
          </p:nvPr>
        </p:nvSpPr>
        <p:spPr>
          <a:xfrm>
            <a:off x="713225" y="486150"/>
            <a:ext cx="7717500" cy="70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41147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ca"/>
              <a:t>Protecció - Leucòcits</a:t>
            </a:r>
            <a:endParaRPr/>
          </a:p>
        </p:txBody>
      </p:sp>
      <p:pic>
        <p:nvPicPr>
          <p:cNvPr id="9339" name="Google Shape;9339;p48"/>
          <p:cNvPicPr preferRelativeResize="0"/>
          <p:nvPr/>
        </p:nvPicPr>
        <p:blipFill rotWithShape="1">
          <a:blip r:embed="rId4">
            <a:alphaModFix/>
          </a:blip>
          <a:srcRect b="5236" l="0" r="0" t="8763"/>
          <a:stretch/>
        </p:blipFill>
        <p:spPr>
          <a:xfrm>
            <a:off x="3348250" y="1130446"/>
            <a:ext cx="4853875" cy="404092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.xml><?xml version="1.0" encoding="utf-8"?>
<a:theme xmlns:a="http://schemas.openxmlformats.org/drawingml/2006/main" xmlns:r="http://schemas.openxmlformats.org/officeDocument/2006/relationships" name="Sickle Cell Anemia by Slidesgo">
  <a:themeElements>
    <a:clrScheme name="Simple Light">
      <a:dk1>
        <a:srgbClr val="6E0001"/>
      </a:dk1>
      <a:lt1>
        <a:srgbClr val="FFFFFF"/>
      </a:lt1>
      <a:dk2>
        <a:srgbClr val="FFF0E7"/>
      </a:dk2>
      <a:lt2>
        <a:srgbClr val="FB948E"/>
      </a:lt2>
      <a:accent1>
        <a:srgbClr val="E84847"/>
      </a:accent1>
      <a:accent2>
        <a:srgbClr val="AD2223"/>
      </a:accent2>
      <a:accent3>
        <a:srgbClr val="FFBCB9"/>
      </a:accent3>
      <a:accent4>
        <a:srgbClr val="DD6465"/>
      </a:accent4>
      <a:accent5>
        <a:srgbClr val="923536"/>
      </a:accent5>
      <a:accent6>
        <a:srgbClr val="FF9E9D"/>
      </a:accent6>
      <a:hlink>
        <a:srgbClr val="6E000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